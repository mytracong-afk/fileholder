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6527ea9a2340de" /><Relationship Type="http://schemas.openxmlformats.org/officeDocument/2006/relationships/extended-properties" Target="/docProps/app.xml" Id="R8e28f4728e6b4a9a" /><Relationship Type="http://schemas.openxmlformats.org/officeDocument/2006/relationships/officeDocument" Target="/ppt/presentation.xml" Id="Rdb9f42ca424543a4" /></Relationships>
</file>

<file path=ppt/presentation.xml><?xml version="1.0" encoding="utf-8"?>
<p:presentation xmlns:p="http://schemas.openxmlformats.org/presentationml/2006/main">
  <p:sldMasterIdLst>
    <p:sldMasterId xmlns:r="http://schemas.openxmlformats.org/officeDocument/2006/relationships" id="2147483648" r:id="R8559dffe6e254d0a"/>
  </p:sldMasterIdLst>
  <p:notesMasterIdLst>
    <p:notesMasterId xmlns:r="http://schemas.openxmlformats.org/officeDocument/2006/relationships" r:id="R815defc4ece8486c"/>
  </p:notesMasterIdLst>
  <p:sldIdLst>
    <p:sldId xmlns:r="http://schemas.openxmlformats.org/officeDocument/2006/relationships" id="256" r:id="R30f866dbea504c9a"/>
    <p:sldId xmlns:r="http://schemas.openxmlformats.org/officeDocument/2006/relationships" id="257" r:id="R5659e20874634c45"/>
    <p:sldId xmlns:r="http://schemas.openxmlformats.org/officeDocument/2006/relationships" id="258" r:id="R62d8efd59bad4dd6"/>
    <p:sldId xmlns:r="http://schemas.openxmlformats.org/officeDocument/2006/relationships" id="259" r:id="Rcaf58330ff604671"/>
    <p:sldId xmlns:r="http://schemas.openxmlformats.org/officeDocument/2006/relationships" id="260" r:id="R6be0360512654956"/>
    <p:sldId xmlns:r="http://schemas.openxmlformats.org/officeDocument/2006/relationships" id="261" r:id="Rf43b752f70164415"/>
    <p:sldId xmlns:r="http://schemas.openxmlformats.org/officeDocument/2006/relationships" id="262" r:id="R4d6d1671213449c6"/>
    <p:sldId xmlns:r="http://schemas.openxmlformats.org/officeDocument/2006/relationships" id="263" r:id="R6037ccb38658403f"/>
    <p:sldId xmlns:r="http://schemas.openxmlformats.org/officeDocument/2006/relationships" id="264" r:id="Rba143fc558674415"/>
    <p:sldId xmlns:r="http://schemas.openxmlformats.org/officeDocument/2006/relationships" id="265" r:id="Reca203c7f6ea494f"/>
    <p:sldId xmlns:r="http://schemas.openxmlformats.org/officeDocument/2006/relationships" id="266" r:id="Rfe3b4dc224a74dd0"/>
    <p:sldId xmlns:r="http://schemas.openxmlformats.org/officeDocument/2006/relationships" id="267" r:id="R9e2b9454ef8c409e"/>
    <p:sldId xmlns:r="http://schemas.openxmlformats.org/officeDocument/2006/relationships" id="268" r:id="R2bc9aed161694076"/>
    <p:sldId xmlns:r="http://schemas.openxmlformats.org/officeDocument/2006/relationships" id="269" r:id="R722a35f7a9204cf0"/>
    <p:sldId xmlns:r="http://schemas.openxmlformats.org/officeDocument/2006/relationships" id="270" r:id="R1e7e74793357412d"/>
    <p:sldId xmlns:r="http://schemas.openxmlformats.org/officeDocument/2006/relationships" id="271" r:id="R50437a73acb7457e"/>
    <p:sldId xmlns:r="http://schemas.openxmlformats.org/officeDocument/2006/relationships" id="272" r:id="R710724d382ce455e"/>
    <p:sldId xmlns:r="http://schemas.openxmlformats.org/officeDocument/2006/relationships" id="273" r:id="R4ee8e91942ec4c2f"/>
    <p:sldId xmlns:r="http://schemas.openxmlformats.org/officeDocument/2006/relationships" id="274" r:id="Ra78b854afbc14ffb"/>
    <p:sldId xmlns:r="http://schemas.openxmlformats.org/officeDocument/2006/relationships" id="275" r:id="R3220d9a572f94319"/>
    <p:sldId xmlns:r="http://schemas.openxmlformats.org/officeDocument/2006/relationships" id="276" r:id="Rc5e0875244bb4ca5"/>
    <p:sldId xmlns:r="http://schemas.openxmlformats.org/officeDocument/2006/relationships" id="277" r:id="R9af0a91febd44bc6"/>
    <p:sldId xmlns:r="http://schemas.openxmlformats.org/officeDocument/2006/relationships" id="278" r:id="R609ab49c41ce49a5"/>
    <p:sldId xmlns:r="http://schemas.openxmlformats.org/officeDocument/2006/relationships" id="279" r:id="Rf185ffe57d984c3b"/>
    <p:sldId xmlns:r="http://schemas.openxmlformats.org/officeDocument/2006/relationships" id="280" r:id="R75063205f41240e6"/>
    <p:sldId xmlns:r="http://schemas.openxmlformats.org/officeDocument/2006/relationships" id="281" r:id="R13f00f4fc25842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20eab505cf4689" /><Relationship Type="http://schemas.openxmlformats.org/officeDocument/2006/relationships/slideMaster" Target="/ppt/slideMasters/slideMaster1.xml" Id="R8559dffe6e254d0a" /><Relationship Type="http://schemas.openxmlformats.org/officeDocument/2006/relationships/notesMaster" Target="/ppt/notesMasters/notesMaster1.xml" Id="R815defc4ece8486c" /><Relationship Type="http://schemas.openxmlformats.org/officeDocument/2006/relationships/presProps" Target="/ppt/presProps.xml" Id="R928b637f9ee54946" /><Relationship Type="http://schemas.openxmlformats.org/officeDocument/2006/relationships/tableStyles" Target="/ppt/tableStyles.xml" Id="Rb9f3bd23cec54e99" /><Relationship Type="http://schemas.openxmlformats.org/officeDocument/2006/relationships/slide" Target="/ppt/slides/slide1.xml" Id="R30f866dbea504c9a" /><Relationship Type="http://schemas.openxmlformats.org/officeDocument/2006/relationships/slide" Target="/ppt/slides/slide2.xml" Id="R5659e20874634c45" /><Relationship Type="http://schemas.openxmlformats.org/officeDocument/2006/relationships/slide" Target="/ppt/slides/slide3.xml" Id="R62d8efd59bad4dd6" /><Relationship Type="http://schemas.openxmlformats.org/officeDocument/2006/relationships/slide" Target="/ppt/slides/slide4.xml" Id="Rcaf58330ff604671" /><Relationship Type="http://schemas.openxmlformats.org/officeDocument/2006/relationships/slide" Target="/ppt/slides/slide5.xml" Id="R6be0360512654956" /><Relationship Type="http://schemas.openxmlformats.org/officeDocument/2006/relationships/slide" Target="/ppt/slides/slide6.xml" Id="Rf43b752f70164415" /><Relationship Type="http://schemas.openxmlformats.org/officeDocument/2006/relationships/slide" Target="/ppt/slides/slide7.xml" Id="R4d6d1671213449c6" /><Relationship Type="http://schemas.openxmlformats.org/officeDocument/2006/relationships/slide" Target="/ppt/slides/slide8.xml" Id="R6037ccb38658403f" /><Relationship Type="http://schemas.openxmlformats.org/officeDocument/2006/relationships/slide" Target="/ppt/slides/slide9.xml" Id="Rba143fc558674415" /><Relationship Type="http://schemas.openxmlformats.org/officeDocument/2006/relationships/slide" Target="/ppt/slides/slide10.xml" Id="Reca203c7f6ea494f" /><Relationship Type="http://schemas.openxmlformats.org/officeDocument/2006/relationships/slide" Target="/ppt/slides/slide11.xml" Id="Rfe3b4dc224a74dd0" /><Relationship Type="http://schemas.openxmlformats.org/officeDocument/2006/relationships/slide" Target="/ppt/slides/slide12.xml" Id="R9e2b9454ef8c409e" /><Relationship Type="http://schemas.openxmlformats.org/officeDocument/2006/relationships/slide" Target="/ppt/slides/slide13.xml" Id="R2bc9aed161694076" /><Relationship Type="http://schemas.openxmlformats.org/officeDocument/2006/relationships/slide" Target="/ppt/slides/slide14.xml" Id="R722a35f7a9204cf0" /><Relationship Type="http://schemas.openxmlformats.org/officeDocument/2006/relationships/slide" Target="/ppt/slides/slide15.xml" Id="R1e7e74793357412d" /><Relationship Type="http://schemas.openxmlformats.org/officeDocument/2006/relationships/slide" Target="/ppt/slides/slide16.xml" Id="R50437a73acb7457e" /><Relationship Type="http://schemas.openxmlformats.org/officeDocument/2006/relationships/slide" Target="/ppt/slides/slide17.xml" Id="R710724d382ce455e" /><Relationship Type="http://schemas.openxmlformats.org/officeDocument/2006/relationships/slide" Target="/ppt/slides/slide18.xml" Id="R4ee8e91942ec4c2f" /><Relationship Type="http://schemas.openxmlformats.org/officeDocument/2006/relationships/slide" Target="/ppt/slides/slide19.xml" Id="Ra78b854afbc14ffb" /><Relationship Type="http://schemas.openxmlformats.org/officeDocument/2006/relationships/slide" Target="/ppt/slides/slide20.xml" Id="R3220d9a572f94319" /><Relationship Type="http://schemas.openxmlformats.org/officeDocument/2006/relationships/slide" Target="/ppt/slides/slide21.xml" Id="Rc5e0875244bb4ca5" /><Relationship Type="http://schemas.openxmlformats.org/officeDocument/2006/relationships/slide" Target="/ppt/slides/slide22.xml" Id="R9af0a91febd44bc6" /><Relationship Type="http://schemas.openxmlformats.org/officeDocument/2006/relationships/slide" Target="/ppt/slides/slide23.xml" Id="R609ab49c41ce49a5" /><Relationship Type="http://schemas.openxmlformats.org/officeDocument/2006/relationships/slide" Target="/ppt/slides/slide24.xml" Id="Rf185ffe57d984c3b" /><Relationship Type="http://schemas.openxmlformats.org/officeDocument/2006/relationships/slide" Target="/ppt/slides/slide25.xml" Id="R75063205f41240e6" /><Relationship Type="http://schemas.openxmlformats.org/officeDocument/2006/relationships/slide" Target="/ppt/slides/slide26.xml" Id="R13f00f4fc25842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a3483739f4d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aa3c33b4bd4823" /><Relationship Type="http://schemas.openxmlformats.org/officeDocument/2006/relationships/notesMaster" Target="/ppt/notesMasters/notesMaster1.xml" Id="Raf2b42c8eebd4b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6a731fe8ef409f" /><Relationship Type="http://schemas.openxmlformats.org/officeDocument/2006/relationships/notesMaster" Target="/ppt/notesMasters/notesMaster1.xml" Id="Ra9cb59b1abd44a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9382af2715408b" /><Relationship Type="http://schemas.openxmlformats.org/officeDocument/2006/relationships/notesMaster" Target="/ppt/notesMasters/notesMaster1.xml" Id="R1e53e7768dbd47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a5c1c623f6476e" /><Relationship Type="http://schemas.openxmlformats.org/officeDocument/2006/relationships/notesMaster" Target="/ppt/notesMasters/notesMaster1.xml" Id="R4bc26b87896940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4c722126874b9c" /><Relationship Type="http://schemas.openxmlformats.org/officeDocument/2006/relationships/notesMaster" Target="/ppt/notesMasters/notesMaster1.xml" Id="R41f9d1d6aa6e42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fab94616914056" /><Relationship Type="http://schemas.openxmlformats.org/officeDocument/2006/relationships/notesMaster" Target="/ppt/notesMasters/notesMaster1.xml" Id="Rd2aedbf493b149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ee7d3993514707" /><Relationship Type="http://schemas.openxmlformats.org/officeDocument/2006/relationships/notesMaster" Target="/ppt/notesMasters/notesMaster1.xml" Id="R0e73e4379b434e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ee81320cfd45b1" /><Relationship Type="http://schemas.openxmlformats.org/officeDocument/2006/relationships/notesMaster" Target="/ppt/notesMasters/notesMaster1.xml" Id="Rab0a6f3f125547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a9a2ec02f946d2" /><Relationship Type="http://schemas.openxmlformats.org/officeDocument/2006/relationships/notesMaster" Target="/ppt/notesMasters/notesMaster1.xml" Id="R9cb50950449246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65f951ab2e4240" /><Relationship Type="http://schemas.openxmlformats.org/officeDocument/2006/relationships/notesMaster" Target="/ppt/notesMasters/notesMaster1.xml" Id="Rcaf9cae3d97542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2d8afdfb614879" /><Relationship Type="http://schemas.openxmlformats.org/officeDocument/2006/relationships/notesMaster" Target="/ppt/notesMasters/notesMaster1.xml" Id="Rf5d71c19d84748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7e6a3e59f840c6" /><Relationship Type="http://schemas.openxmlformats.org/officeDocument/2006/relationships/notesMaster" Target="/ppt/notesMasters/notesMaster1.xml" Id="Rf40bbe3698824a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4c66a4f70b44a6" /><Relationship Type="http://schemas.openxmlformats.org/officeDocument/2006/relationships/notesMaster" Target="/ppt/notesMasters/notesMaster1.xml" Id="R74e9d0821e9f4a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bad4ec895240b3" /><Relationship Type="http://schemas.openxmlformats.org/officeDocument/2006/relationships/notesMaster" Target="/ppt/notesMasters/notesMaster1.xml" Id="R40cfced82d444c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e7c5db8d2c4ad8" /><Relationship Type="http://schemas.openxmlformats.org/officeDocument/2006/relationships/notesMaster" Target="/ppt/notesMasters/notesMaster1.xml" Id="Ra9aa72797a5647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245720344d401c" /><Relationship Type="http://schemas.openxmlformats.org/officeDocument/2006/relationships/notesMaster" Target="/ppt/notesMasters/notesMaster1.xml" Id="Rbbbe1b81231c40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ed8c0725d14619" /><Relationship Type="http://schemas.openxmlformats.org/officeDocument/2006/relationships/notesMaster" Target="/ppt/notesMasters/notesMaster1.xml" Id="R50522368249a47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cf480ff34d443f" /><Relationship Type="http://schemas.openxmlformats.org/officeDocument/2006/relationships/notesMaster" Target="/ppt/notesMasters/notesMaster1.xml" Id="Rc4a8a13b7d3a43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b69fe2f4c6400c" /><Relationship Type="http://schemas.openxmlformats.org/officeDocument/2006/relationships/notesMaster" Target="/ppt/notesMasters/notesMaster1.xml" Id="R9aabfbf271654f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e627b15e5c43dc" /><Relationship Type="http://schemas.openxmlformats.org/officeDocument/2006/relationships/notesMaster" Target="/ppt/notesMasters/notesMaster1.xml" Id="R47adb9006c4948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c7aa86baf54f1a" /><Relationship Type="http://schemas.openxmlformats.org/officeDocument/2006/relationships/notesMaster" Target="/ppt/notesMasters/notesMaster1.xml" Id="R969bc44a5f8a4d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3c4b5cf90d44cc" /><Relationship Type="http://schemas.openxmlformats.org/officeDocument/2006/relationships/notesMaster" Target="/ppt/notesMasters/notesMaster1.xml" Id="Ra72f8959a42f40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2986968b2f445d" /><Relationship Type="http://schemas.openxmlformats.org/officeDocument/2006/relationships/notesMaster" Target="/ppt/notesMasters/notesMaster1.xml" Id="R4de33ab9474a4f3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5676f0fa3c4a3e" /><Relationship Type="http://schemas.openxmlformats.org/officeDocument/2006/relationships/notesMaster" Target="/ppt/notesMasters/notesMaster1.xml" Id="Rb29bebcbee994f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baab881aa84d74" /><Relationship Type="http://schemas.openxmlformats.org/officeDocument/2006/relationships/notesMaster" Target="/ppt/notesMasters/notesMaster1.xml" Id="Ra8435e5fe82f4a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89ad317d0a4870" /><Relationship Type="http://schemas.openxmlformats.org/officeDocument/2006/relationships/notesMaster" Target="/ppt/notesMasters/notesMaster1.xml" Id="R50889051baaa4d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Maintaining product quality throughout distribution GDP protects patients.</a:t>
            </a:r>
          </a:p>
          <a:p xmlns:a="http://schemas.openxmlformats.org/drawingml/2006/main">
            <a:r>
              <a:t/>
            </a:r>
          </a:p>
          <a:p xmlns:a="http://schemas.openxmlformats.org/drawingml/2006/main">
            <a:r>
              <a:t>Start by connecting this topic to a familiar distribution activity. Explain each visible point in plain language: Quality that travels.; Confidence at every handover.; Patient safety at the destination..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participants which handover they influence in their daily work.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participants which handover they influence in their daily work.</a:t>
            </a:r>
          </a:p>
          <a:p xmlns:a="http://schemas.openxmlformats.org/drawingml/2006/main">
            <a:r>
              <a:t/>
            </a:r>
          </a:p>
          <a:p xmlns:a="http://schemas.openxmlformats.org/drawingml/2006/main">
            <a:r>
              <a:t>TRANSITION</a:t>
            </a:r>
          </a:p>
          <a:p xmlns:a="http://schemas.openxmlformats.org/drawingml/2006/main">
            <a:r>
              <a:t>Next: One journey. Seven perspectives.</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hero composition with generous whitespace, healthcare blue and concise labels.</a:t>
            </a:r>
          </a:p>
          <a:p xmlns:a="http://schemas.openxmlformats.org/drawingml/2006/main">
            <a:r>
              <a:t>Canva search keywords: pharmaceutical hero,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30 minutes to connect your role with product quality. Qualification &amp; validation is our main focus.</a:t>
            </a:r>
          </a:p>
          <a:p xmlns:a="http://schemas.openxmlformats.org/drawingml/2006/main">
            <a:r>
              <a:t/>
            </a:r>
          </a:p>
          <a:p xmlns:a="http://schemas.openxmlformats.org/drawingml/2006/main">
            <a:r>
              <a:t>Start by connecting this topic to a familiar distribution activity. Explain each visible point in plain language: Defining GDP · Key persons; Quality management · GDP in practice; Qualification &amp; validation; Special situations · Supplier management.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Invite everyone to keep one real distribution challenge in mind.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Invite everyone to keep one real distribution challenge in mind.</a:t>
            </a:r>
          </a:p>
          <a:p xmlns:a="http://schemas.openxmlformats.org/drawingml/2006/main">
            <a:r>
              <a:t/>
            </a:r>
          </a:p>
          <a:p xmlns:a="http://schemas.openxmlformats.org/drawingml/2006/main">
            <a:r>
              <a:t>TRANSITION</a:t>
            </a:r>
          </a:p>
          <a:p xmlns:a="http://schemas.openxmlformats.org/drawingml/2006/main">
            <a:r>
              <a:t>Next: Quality doesn’t stop at the factory.</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roadmap composition with generous whitespace, healthcare blue and concise labels.</a:t>
            </a:r>
          </a:p>
          <a:p xmlns:a="http://schemas.openxmlformats.org/drawingml/2006/main">
            <a:r>
              <a:t>Canva search keywords: pharmaceutical roadmap,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Good Distribution Practice is a quality system for pharmaceutical distribution. Manufacturer → Warehouse → Transport → Customer → Patient</a:t>
            </a:r>
          </a:p>
          <a:p xmlns:a="http://schemas.openxmlformats.org/drawingml/2006/main">
            <a:r>
              <a:t/>
            </a:r>
          </a:p>
          <a:p xmlns:a="http://schemas.openxmlformats.org/drawingml/2006/main">
            <a:r>
              <a:t>Start by connecting this topic to a familiar distribution activity. Explain each visible point in plain language: Protect quality, safety and efficacy; Connect manufacturer to customer; Control every distribution handover; Keep the patient in focus.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where a quality risk could enter this chain.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where a quality risk could enter this chain.</a:t>
            </a:r>
          </a:p>
          <a:p xmlns:a="http://schemas.openxmlformats.org/drawingml/2006/main">
            <a:r>
              <a:t/>
            </a:r>
          </a:p>
          <a:p xmlns:a="http://schemas.openxmlformats.org/drawingml/2006/main">
            <a:r>
              <a:t>TRANSITION</a:t>
            </a:r>
          </a:p>
          <a:p xmlns:a="http://schemas.openxmlformats.org/drawingml/2006/main">
            <a:r>
              <a:t>Next: Why every handover matters</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chain composition with generous whitespace, healthcare blue and concise labels.</a:t>
            </a:r>
          </a:p>
          <a:p xmlns:a="http://schemas.openxmlformats.org/drawingml/2006/main">
            <a:r>
              <a:t>Canva search keywords: pharmaceutical chain,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A physician expects an authentic product that has been handled correctly. Illustrative example: a physician receiving Belotero® expects appropriate handling and authenticity.</a:t>
            </a:r>
          </a:p>
          <a:p xmlns:a="http://schemas.openxmlformats.org/drawingml/2006/main">
            <a:r>
              <a:t/>
            </a:r>
          </a:p>
          <a:p xmlns:a="http://schemas.openxmlformats.org/drawingml/2006/main">
            <a:r>
              <a:t>Start by connecting this topic to a familiar distribution activity. Explain each visible point in plain language: Patient safety; Product integrity; Counterfeit prevention; Regulatory compliance.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information would give the receiving team confidence.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information would give the receiving team confidence.</a:t>
            </a:r>
          </a:p>
          <a:p xmlns:a="http://schemas.openxmlformats.org/drawingml/2006/main">
            <a:r>
              <a:t/>
            </a:r>
          </a:p>
          <a:p xmlns:a="http://schemas.openxmlformats.org/drawingml/2006/main">
            <a:r>
              <a:t>TRANSITION</a:t>
            </a:r>
          </a:p>
          <a:p xmlns:a="http://schemas.openxmlformats.org/drawingml/2006/main">
            <a:r>
              <a:t>Next: Small deviation. Real consequences.</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cards composition with generous whitespace, healthcare blue and concise labels.</a:t>
            </a:r>
          </a:p>
          <a:p xmlns:a="http://schemas.openxmlformats.org/drawingml/2006/main">
            <a:r>
              <a:t>Canva search keywords: pharmaceutical cards,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Which risk could have the biggest impact on patients? Severity depends on the product, exposure and circumstances.</a:t>
            </a:r>
          </a:p>
          <a:p xmlns:a="http://schemas.openxmlformats.org/drawingml/2006/main">
            <a:r>
              <a:t/>
            </a:r>
          </a:p>
          <a:p xmlns:a="http://schemas.openxmlformats.org/drawingml/2006/main">
            <a:r>
              <a:t>Start by connecting this topic to a familiar distribution activity. Explain each visible point in plain language: Temperature excursion; Damaged packaging; Distribution error; Suspected counterfeit.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participants to select a risk and explain why. There is no universal ranking.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participants to select a risk and explain why. There is no universal ranking.</a:t>
            </a:r>
          </a:p>
          <a:p xmlns:a="http://schemas.openxmlformats.org/drawingml/2006/main">
            <a:r>
              <a:t/>
            </a:r>
          </a:p>
          <a:p xmlns:a="http://schemas.openxmlformats.org/drawingml/2006/main">
            <a:r>
              <a:t>TRANSITION</a:t>
            </a:r>
          </a:p>
          <a:p xmlns:a="http://schemas.openxmlformats.org/drawingml/2006/main">
            <a:r>
              <a:t>Next: Clear roles. Shared responsibility.</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risk composition with generous whitespace, healthcare blue and concise labels.</a:t>
            </a:r>
          </a:p>
          <a:p xmlns:a="http://schemas.openxmlformats.org/drawingml/2006/main">
            <a:r>
              <a:t>Canva search keywords: pharmaceutical risk,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Know who acts, who oversees and who decides. Role titles and legal responsibilities depend on the applicable framework.</a:t>
            </a:r>
          </a:p>
          <a:p xmlns:a="http://schemas.openxmlformats.org/drawingml/2006/main">
            <a:r>
              <a:t/>
            </a:r>
          </a:p>
          <a:p xmlns:a="http://schemas.openxmlformats.org/drawingml/2006/main">
            <a:r>
              <a:t>Start by connecting this topic to a familiar distribution activity. Explain each visible point in plain language: Distribution operations · Execute approved activities; GDP Responsible Person · Oversee GDP and the quality system; Qualified Person · Certify medicinal-product batches where applicable.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who your team contacts when product quality is uncertain.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who your team contacts when product quality is uncertain.</a:t>
            </a:r>
          </a:p>
          <a:p xmlns:a="http://schemas.openxmlformats.org/drawingml/2006/main">
            <a:r>
              <a:t/>
            </a:r>
          </a:p>
          <a:p xmlns:a="http://schemas.openxmlformats.org/drawingml/2006/main">
            <a:r>
              <a:t>TRANSITION</a:t>
            </a:r>
          </a:p>
          <a:p xmlns:a="http://schemas.openxmlformats.org/drawingml/2006/main">
            <a:r>
              <a:t>Next: The system behind the standard</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roles composition with generous whitespace, healthcare blue and concise labels.</a:t>
            </a:r>
          </a:p>
          <a:p xmlns:a="http://schemas.openxmlformats.org/drawingml/2006/main">
            <a:r>
              <a:t>Canva search keywords: pharmaceutical roles,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A quality management system turns expectations into repeatable work. CAPA = corrective and preventive action.</a:t>
            </a:r>
          </a:p>
          <a:p xmlns:a="http://schemas.openxmlformats.org/drawingml/2006/main">
            <a:r>
              <a:t/>
            </a:r>
          </a:p>
          <a:p xmlns:a="http://schemas.openxmlformats.org/drawingml/2006/main">
            <a:r>
              <a:t>Start by connecting this topic to a familiar distribution activity. Explain each visible point in plain language: Document &amp; train; Assess risks &amp; qualify suppliers; Inspect &amp; investigate; Correct, prevent &amp; verify.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which element helps prevent the same deviation from happening again.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which element helps prevent the same deviation from happening again.</a:t>
            </a:r>
          </a:p>
          <a:p xmlns:a="http://schemas.openxmlformats.org/drawingml/2006/main">
            <a:r>
              <a:t/>
            </a:r>
          </a:p>
          <a:p xmlns:a="http://schemas.openxmlformats.org/drawingml/2006/main">
            <a:r>
              <a:t>TRANSITION</a:t>
            </a:r>
          </a:p>
          <a:p xmlns:a="http://schemas.openxmlformats.org/drawingml/2006/main">
            <a:r>
              <a:t>Next: Make quality traceable.</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wheel composition with generous whitespace, healthcare blue and concise labels.</a:t>
            </a:r>
          </a:p>
          <a:p xmlns:a="http://schemas.openxmlformats.org/drawingml/2006/main">
            <a:r>
              <a:t>Canva search keywords: pharmaceutical wheel,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“If it is not documented, it did not happen.” Accurate records connect the product, the decision and the person.</a:t>
            </a:r>
          </a:p>
          <a:p xmlns:a="http://schemas.openxmlformats.org/drawingml/2006/main">
            <a:r>
              <a:t/>
            </a:r>
          </a:p>
          <a:p xmlns:a="http://schemas.openxmlformats.org/drawingml/2006/main">
            <a:r>
              <a:t>Start by connecting this topic to a familiar distribution activity. Explain each visible point in plain language: Record what happened; Make actions attributable; Preserve an audit trail; Keep evidence retrievable.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whether a colleague could reconstruct a shipment from its records.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whether a colleague could reconstruct a shipment from its records.</a:t>
            </a:r>
          </a:p>
          <a:p xmlns:a="http://schemas.openxmlformats.org/drawingml/2006/main">
            <a:r>
              <a:t/>
            </a:r>
          </a:p>
          <a:p xmlns:a="http://schemas.openxmlformats.org/drawingml/2006/main">
            <a:r>
              <a:t>TRANSITION</a:t>
            </a:r>
          </a:p>
          <a:p xmlns:a="http://schemas.openxmlformats.org/drawingml/2006/main">
            <a:r>
              <a:t>Next: Risk management is a loop.</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record composition with generous whitespace, healthcare blue and concise labels.</a:t>
            </a:r>
          </a:p>
          <a:p xmlns:a="http://schemas.openxmlformats.org/drawingml/2006/main">
            <a:r>
              <a:t>Canva search keywords: pharmaceutical record,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Use evidence to focus controls where they matter most. Example: assess the risk of a temperature excursion during transport.</a:t>
            </a:r>
          </a:p>
          <a:p xmlns:a="http://schemas.openxmlformats.org/drawingml/2006/main">
            <a:r>
              <a:t/>
            </a:r>
          </a:p>
          <a:p xmlns:a="http://schemas.openxmlformats.org/drawingml/2006/main">
            <a:r>
              <a:t>Start by connecting this topic to a familiar distribution activity. Explain each visible point in plain language: Identify the risk; Assess impact and likelihood; Implement controls; Monitor effectiveness.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evidence would show a transport control is working.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evidence would show a transport control is working.</a:t>
            </a:r>
          </a:p>
          <a:p xmlns:a="http://schemas.openxmlformats.org/drawingml/2006/main">
            <a:r>
              <a:t/>
            </a:r>
          </a:p>
          <a:p xmlns:a="http://schemas.openxmlformats.org/drawingml/2006/main">
            <a:r>
              <a:t>TRANSITION</a:t>
            </a:r>
          </a:p>
          <a:p xmlns:a="http://schemas.openxmlformats.org/drawingml/2006/main">
            <a:r>
              <a:t>Next: A warehouse is a controlled environment.</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cycle composition with generous whitespace, healthcare blue and concise labels.</a:t>
            </a:r>
          </a:p>
          <a:p xmlns:a="http://schemas.openxmlformats.org/drawingml/2006/main">
            <a:r>
              <a:t>Canva search keywords: pharmaceutical cycle,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Storage protects the product until its next handover. Keep released, quarantined, returned and rejected stock under appropriate controls.</a:t>
            </a:r>
          </a:p>
          <a:p xmlns:a="http://schemas.openxmlformats.org/drawingml/2006/main">
            <a:r>
              <a:t/>
            </a:r>
          </a:p>
          <a:p xmlns:a="http://schemas.openxmlformats.org/drawingml/2006/main">
            <a:r>
              <a:t>Start by connecting this topic to a familiar distribution activity. Explain each visible point in plain language: Suitable environmental conditions; Controlled access and security; Clear product segregation; Environmental monitoring.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how someone can identify stock that must not be dispatched.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how someone can identify stock that must not be dispatched.</a:t>
            </a:r>
          </a:p>
          <a:p xmlns:a="http://schemas.openxmlformats.org/drawingml/2006/main">
            <a:r>
              <a:t/>
            </a:r>
          </a:p>
          <a:p xmlns:a="http://schemas.openxmlformats.org/drawingml/2006/main">
            <a:r>
              <a:t>TRANSITION</a:t>
            </a:r>
          </a:p>
          <a:p xmlns:a="http://schemas.openxmlformats.org/drawingml/2006/main">
            <a:r>
              <a:t>Next: Watch conditions. Act on alarms.</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warehouse composition with generous whitespace, healthcare blue and concise labels.</a:t>
            </a:r>
          </a:p>
          <a:p xmlns:a="http://schemas.openxmlformats.org/drawingml/2006/main">
            <a:r>
              <a:t>Canva search keywords: pharmaceutical warehouse,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Maintain the conditions approved for the specific product. Illustrative scenario: a Belotero® shipment arrives during summer. Check its applicable label and instructions.</a:t>
            </a:r>
          </a:p>
          <a:p xmlns:a="http://schemas.openxmlformats.org/drawingml/2006/main">
            <a:r>
              <a:t/>
            </a:r>
          </a:p>
          <a:p xmlns:a="http://schemas.openxmlformats.org/drawingml/2006/main">
            <a:r>
              <a:t>Start by connecting this topic to a familiar distribution activity. Explain each visible point in plain language: Monitor relevant conditions; Review alarms promptly; Protect affected stock; Investigate and document.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to do if a logger shows a possible excursion. Do not assume product acceptability.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to do if a logger shows a possible excursion. Do not assume product acceptability.</a:t>
            </a:r>
          </a:p>
          <a:p xmlns:a="http://schemas.openxmlformats.org/drawingml/2006/main">
            <a:r>
              <a:t/>
            </a:r>
          </a:p>
          <a:p xmlns:a="http://schemas.openxmlformats.org/drawingml/2006/main">
            <a:r>
              <a:t>TRANSITION</a:t>
            </a:r>
          </a:p>
          <a:p xmlns:a="http://schemas.openxmlformats.org/drawingml/2006/main">
            <a:r>
              <a:t>Next: Receiving is your first checkpoint.</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temperature composition with generous whitespace, healthcare blue and concise labels.</a:t>
            </a:r>
          </a:p>
          <a:p xmlns:a="http://schemas.openxmlformats.org/drawingml/2006/main">
            <a:r>
              <a:t>Canva search keywords: pharmaceutical temperature,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Confirm identity and condition before accepting stock into the normal flow. An unexpected discrepancy needs assessment, not a guess.</a:t>
            </a:r>
          </a:p>
          <a:p xmlns:a="http://schemas.openxmlformats.org/drawingml/2006/main">
            <a:r>
              <a:t/>
            </a:r>
          </a:p>
          <a:p xmlns:a="http://schemas.openxmlformats.org/drawingml/2006/main">
            <a:r>
              <a:t>Start by connecting this topic to a familiar distribution activity. Explain each visible point in plain language: Shipment documents; Product and batch identity; Expiry and shelf life; Packaging and condition.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should happen to a delivery with damaged packaging.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should happen to a delivery with damaged packaging.</a:t>
            </a:r>
          </a:p>
          <a:p xmlns:a="http://schemas.openxmlformats.org/drawingml/2006/main">
            <a:r>
              <a:t/>
            </a:r>
          </a:p>
          <a:p xmlns:a="http://schemas.openxmlformats.org/drawingml/2006/main">
            <a:r>
              <a:t>TRANSITION</a:t>
            </a:r>
          </a:p>
          <a:p xmlns:a="http://schemas.openxmlformats.org/drawingml/2006/main">
            <a:r>
              <a:t>Next: Pick accurately. Preserve the trail.</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check composition with generous whitespace, healthcare blue and concise labels.</a:t>
            </a:r>
          </a:p>
          <a:p xmlns:a="http://schemas.openxmlformats.org/drawingml/2006/main">
            <a:r>
              <a:t>Canva search keywords: pharmaceutical check,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The right shipment starts with the right selection. A wrong batch can break traceability and complicate a targeted recall.</a:t>
            </a:r>
          </a:p>
          <a:p xmlns:a="http://schemas.openxmlformats.org/drawingml/2006/main">
            <a:r>
              <a:t/>
            </a:r>
          </a:p>
          <a:p xmlns:a="http://schemas.openxmlformats.org/drawingml/2006/main">
            <a:r>
              <a:t>Start by connecting this topic to a familiar distribution activity. Explain each visible point in plain language: Right product; Right quantity; Right batch; Full traceability.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happens if the correct product but the wrong batch is shipped?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happens if the correct product but the wrong batch is shipped?</a:t>
            </a:r>
          </a:p>
          <a:p xmlns:a="http://schemas.openxmlformats.org/drawingml/2006/main">
            <a:r>
              <a:t/>
            </a:r>
          </a:p>
          <a:p xmlns:a="http://schemas.openxmlformats.org/drawingml/2006/main">
            <a:r>
              <a:t>TRANSITION</a:t>
            </a:r>
          </a:p>
          <a:p xmlns:a="http://schemas.openxmlformats.org/drawingml/2006/main">
            <a:r>
              <a:t>Next: Transport = mobile storage.</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chain composition with generous whitespace, healthcare blue and concise labels.</a:t>
            </a:r>
          </a:p>
          <a:p xmlns:a="http://schemas.openxmlformats.org/drawingml/2006/main">
            <a:r>
              <a:t>Canva search keywords: pharmaceutical chain,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Product protection continues while the shipment moves. A change of location does not remove the need for controlled conditions.</a:t>
            </a:r>
          </a:p>
          <a:p xmlns:a="http://schemas.openxmlformats.org/drawingml/2006/main">
            <a:r>
              <a:t/>
            </a:r>
          </a:p>
          <a:p xmlns:a="http://schemas.openxmlformats.org/drawingml/2006/main">
            <a:r>
              <a:t>Start by connecting this topic to a familiar distribution activity. Explain each visible point in plain language: Environmental controls; Security measures; Route planning; Shipment documentation.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which risks appear during loading, unloading or an unplanned stop.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which risks appear during loading, unloading or an unplanned stop.</a:t>
            </a:r>
          </a:p>
          <a:p xmlns:a="http://schemas.openxmlformats.org/drawingml/2006/main">
            <a:r>
              <a:t/>
            </a:r>
          </a:p>
          <a:p xmlns:a="http://schemas.openxmlformats.org/drawingml/2006/main">
            <a:r>
              <a:t>TRANSITION</a:t>
            </a:r>
          </a:p>
          <a:p xmlns:a="http://schemas.openxmlformats.org/drawingml/2006/main">
            <a:r>
              <a:t>Next: Is it fit for its intended purpose?</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truck composition with generous whitespace, healthcare blue and concise labels.</a:t>
            </a:r>
          </a:p>
          <a:p xmlns:a="http://schemas.openxmlformats.org/drawingml/2006/main">
            <a:r>
              <a:t>Canva search keywords: pharmaceutical truck,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Qualification demonstrates that premises, equipment or systems are suitable. Qualification addresses suitability; validation demonstrates a process consistently achieves its intended result.</a:t>
            </a:r>
          </a:p>
          <a:p xmlns:a="http://schemas.openxmlformats.org/drawingml/2006/main">
            <a:r>
              <a:t/>
            </a:r>
          </a:p>
          <a:p xmlns:a="http://schemas.openxmlformats.org/drawingml/2006/main">
            <a:r>
              <a:t>Start by connecting this topic to a familiar distribution activity. Explain each visible point in plain language: Define intended use; Set acceptance criteria; Collect objective evidence; Approve before routine use.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whether buying a new refrigerator proves it can safely store your products.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whether buying a new refrigerator proves it can safely store your products.</a:t>
            </a:r>
          </a:p>
          <a:p xmlns:a="http://schemas.openxmlformats.org/drawingml/2006/main">
            <a:r>
              <a:t/>
            </a:r>
          </a:p>
          <a:p xmlns:a="http://schemas.openxmlformats.org/drawingml/2006/main">
            <a:r>
              <a:t>TRANSITION</a:t>
            </a:r>
          </a:p>
          <a:p xmlns:a="http://schemas.openxmlformats.org/drawingml/2006/main">
            <a:r>
              <a:t>Next: From design to proven performance</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hero composition with generous whitespace, healthcare blue and concise labels.</a:t>
            </a:r>
          </a:p>
          <a:p xmlns:a="http://schemas.openxmlformats.org/drawingml/2006/main">
            <a:r>
              <a:t>Canva search keywords: pharmaceutical hero,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A refrigerator makes the lifecycle easy to remember. Define → Install → Challenge → Demonstrate</a:t>
            </a:r>
          </a:p>
          <a:p xmlns:a="http://schemas.openxmlformats.org/drawingml/2006/main">
            <a:r>
              <a:t/>
            </a:r>
          </a:p>
          <a:p xmlns:a="http://schemas.openxmlformats.org/drawingml/2006/main">
            <a:r>
              <a:t>Start by connecting this topic to a familiar distribution activity. Explain each visible point in plain language: DQ · Is the design suitable?; IQ · Is it installed correctly?; OQ · Does it operate as intended?; PQ · Does it perform in real use?.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which stage checks performance with representative loads and routine conditions.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which stage checks performance with representative loads and routine conditions.</a:t>
            </a:r>
          </a:p>
          <a:p xmlns:a="http://schemas.openxmlformats.org/drawingml/2006/main">
            <a:r>
              <a:t/>
            </a:r>
          </a:p>
          <a:p xmlns:a="http://schemas.openxmlformats.org/drawingml/2006/main">
            <a:r>
              <a:t>TRANSITION</a:t>
            </a:r>
          </a:p>
          <a:p xmlns:a="http://schemas.openxmlformats.org/drawingml/2006/main">
            <a:r>
              <a:t>Next: Qualify the space before the stock.</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steps composition with generous whitespace, healthcare blue and concise labels.</a:t>
            </a:r>
          </a:p>
          <a:p xmlns:a="http://schemas.openxmlformats.org/drawingml/2006/main">
            <a:r>
              <a:t>Canva search keywords: pharmaceutical steps,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Evidence must reflect the actual intended storage use. A successful empty-room test alone may not represent a loaded storage area.</a:t>
            </a:r>
          </a:p>
          <a:p xmlns:a="http://schemas.openxmlformats.org/drawingml/2006/main">
            <a:r>
              <a:t/>
            </a:r>
          </a:p>
          <a:p xmlns:a="http://schemas.openxmlformats.org/drawingml/2006/main">
            <a:r>
              <a:t>Start by connecting this topic to a familiar distribution activity. Explain each visible point in plain language: Review facility design; Verify installation; Test operating conditions; Confirm routine performance.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which changes to a warehouse could trigger a qualification assessment.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which changes to a warehouse could trigger a qualification assessment.</a:t>
            </a:r>
          </a:p>
          <a:p xmlns:a="http://schemas.openxmlformats.org/drawingml/2006/main">
            <a:r>
              <a:t/>
            </a:r>
          </a:p>
          <a:p xmlns:a="http://schemas.openxmlformats.org/drawingml/2006/main">
            <a:r>
              <a:t>TRANSITION</a:t>
            </a:r>
          </a:p>
          <a:p xmlns:a="http://schemas.openxmlformats.org/drawingml/2006/main">
            <a:r>
              <a:t>Next: Map first. Monitor intelligently.</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warehouse composition with generous whitespace, healthcare blue and concise labels.</a:t>
            </a:r>
          </a:p>
          <a:p xmlns:a="http://schemas.openxmlformats.org/drawingml/2006/main">
            <a:r>
              <a:t>Canva search keywords: pharmaceutical warehouse,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Temperature mapping reveals spatial and time-based differences. Illustrative heat map · relative conditions only · no product limits implied</a:t>
            </a:r>
          </a:p>
          <a:p xmlns:a="http://schemas.openxmlformats.org/drawingml/2006/main">
            <a:r>
              <a:t/>
            </a:r>
          </a:p>
          <a:p xmlns:a="http://schemas.openxmlformats.org/drawingml/2006/main">
            <a:r>
              <a:t>Start by connecting this topic to a familiar distribution activity. Explain each visible point in plain language: Locate hot spots; Locate cold spots; Choose monitoring positions; Confirm storage suitability.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whether a single sensor near the door can represent an entire warehouse.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whether a single sensor near the door can represent an entire warehouse.</a:t>
            </a:r>
          </a:p>
          <a:p xmlns:a="http://schemas.openxmlformats.org/drawingml/2006/main">
            <a:r>
              <a:t/>
            </a:r>
          </a:p>
          <a:p xmlns:a="http://schemas.openxmlformats.org/drawingml/2006/main">
            <a:r>
              <a:t>TRANSITION</a:t>
            </a:r>
          </a:p>
          <a:p xmlns:a="http://schemas.openxmlformats.org/drawingml/2006/main">
            <a:r>
              <a:t>Next: An alarm is only useful if someone acts.</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heatmap composition with generous whitespace, healthcare blue and concise labels.</a:t>
            </a:r>
          </a:p>
          <a:p xmlns:a="http://schemas.openxmlformats.org/drawingml/2006/main">
            <a:r>
              <a:t>Canva search keywords: pharmaceutical heatmap,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Monitoring connects reliable data with a defined response. Define escalation, backup arrangements and review responsibilities.</a:t>
            </a:r>
          </a:p>
          <a:p xmlns:a="http://schemas.openxmlformats.org/drawingml/2006/main">
            <a:r>
              <a:t/>
            </a:r>
          </a:p>
          <a:p xmlns:a="http://schemas.openxmlformats.org/drawingml/2006/main">
            <a:r>
              <a:t>Start by connecting this topic to a familiar distribution activity. Explain each visible point in plain language: Continuous data where required; Timely alarm notifications; Protected audit trail; Reliable, complete records.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happens if an alarm occurs outside normal working hours.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happens if an alarm occurs outside normal working hours.</a:t>
            </a:r>
          </a:p>
          <a:p xmlns:a="http://schemas.openxmlformats.org/drawingml/2006/main">
            <a:r>
              <a:t/>
            </a:r>
          </a:p>
          <a:p xmlns:a="http://schemas.openxmlformats.org/drawingml/2006/main">
            <a:r>
              <a:t>TRANSITION</a:t>
            </a:r>
          </a:p>
          <a:p xmlns:a="http://schemas.openxmlformats.org/drawingml/2006/main">
            <a:r>
              <a:t>Next: Qualify the vehicle, too.</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temperature composition with generous whitespace, healthcare blue and concise labels.</a:t>
            </a:r>
          </a:p>
          <a:p xmlns:a="http://schemas.openxmlformats.org/drawingml/2006/main">
            <a:r>
              <a:t>Canva search keywords: pharmaceutical temperature,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A suitable vehicle must perform under its intended transport conditions. Illustrative example: evaluate loading patterns, door openings and seasonal challenges.</a:t>
            </a:r>
          </a:p>
          <a:p xmlns:a="http://schemas.openxmlformats.org/drawingml/2006/main">
            <a:r>
              <a:t/>
            </a:r>
          </a:p>
          <a:p xmlns:a="http://schemas.openxmlformats.org/drawingml/2006/main">
            <a:r>
              <a:t>Start by connecting this topic to a familiar distribution activity. Explain each visible point in plain language: Map temperature distribution; Justify sensor positions; Challenge representative conditions; Review requalification needs.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whether one successful journey proves all vehicles and seasons are suitable.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whether one successful journey proves all vehicles and seasons are suitable.</a:t>
            </a:r>
          </a:p>
          <a:p xmlns:a="http://schemas.openxmlformats.org/drawingml/2006/main">
            <a:r>
              <a:t/>
            </a:r>
          </a:p>
          <a:p xmlns:a="http://schemas.openxmlformats.org/drawingml/2006/main">
            <a:r>
              <a:t>TRANSITION</a:t>
            </a:r>
          </a:p>
          <a:p xmlns:a="http://schemas.openxmlformats.org/drawingml/2006/main">
            <a:r>
              <a:t>Next: The route is part of the system.</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truck composition with generous whitespace, healthcare blue and concise labels.</a:t>
            </a:r>
          </a:p>
          <a:p xmlns:a="http://schemas.openxmlformats.org/drawingml/2006/main">
            <a:r>
              <a:t>Canva search keywords: pharmaceutical truck,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90 seconds plus selected discussion.</a:t>
            </a:r>
          </a:p>
          <a:p xmlns:a="http://schemas.openxmlformats.org/drawingml/2006/main">
            <a:r>
              <a:t/>
            </a:r>
          </a:p>
          <a:p xmlns:a="http://schemas.openxmlformats.org/drawingml/2006/main">
            <a:r>
              <a:t>Core message: A qualified vehicle does not eliminate shipping-lane risks. Consider dwell time, transfers, customs delays and seasonal exposure.</a:t>
            </a:r>
          </a:p>
          <a:p xmlns:a="http://schemas.openxmlformats.org/drawingml/2006/main">
            <a:r>
              <a:t/>
            </a:r>
          </a:p>
          <a:p xmlns:a="http://schemas.openxmlformats.org/drawingml/2006/main">
            <a:r>
              <a:t>Start by connecting this topic to a familiar distribution activity. Explain each visible point in plain language: Assess route risks; Consider environmental challenges; Qualify the shipping approach; Verify ongoing performance.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how a new route or extended transit time could affect the control strategy.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how a new route or extended transit time could affect the control strategy.</a:t>
            </a:r>
          </a:p>
          <a:p xmlns:a="http://schemas.openxmlformats.org/drawingml/2006/main">
            <a:r>
              <a:t/>
            </a:r>
          </a:p>
          <a:p xmlns:a="http://schemas.openxmlformats.org/drawingml/2006/main">
            <a:r>
              <a:t>TRANSITION</a:t>
            </a:r>
          </a:p>
          <a:p xmlns:a="http://schemas.openxmlformats.org/drawingml/2006/main">
            <a:r>
              <a:t>Next: Returns are a quality decision.</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route composition with generous whitespace, healthcare blue and concise labels.</a:t>
            </a:r>
          </a:p>
          <a:p xmlns:a="http://schemas.openxmlformats.org/drawingml/2006/main">
            <a:r>
              <a:t>Canva search keywords: pharmaceutical route,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A returned product does not automatically return to saleable stock. Only an authorized, evidence-based assessment can support the next step.</a:t>
            </a:r>
          </a:p>
          <a:p xmlns:a="http://schemas.openxmlformats.org/drawingml/2006/main">
            <a:r>
              <a:t/>
            </a:r>
          </a:p>
          <a:p xmlns:a="http://schemas.openxmlformats.org/drawingml/2006/main">
            <a:r>
              <a:t>Start by connecting this topic to a familiar distribution activity. Explain each visible point in plain language: Record and investigate; Assess product quality; Determine root cause; Document the disposition.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evidence is needed when storage conditions during a return are unknown.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evidence is needed when storage conditions during a return are unknown.</a:t>
            </a:r>
          </a:p>
          <a:p xmlns:a="http://schemas.openxmlformats.org/drawingml/2006/main">
            <a:r>
              <a:t/>
            </a:r>
          </a:p>
          <a:p xmlns:a="http://schemas.openxmlformats.org/drawingml/2006/main">
            <a:r>
              <a:t>TRANSITION</a:t>
            </a:r>
          </a:p>
          <a:p xmlns:a="http://schemas.openxmlformats.org/drawingml/2006/main">
            <a:r>
              <a:t>Next: Spot a concern. Stop the flow.</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cycle composition with generous whitespace, healthcare blue and concise labels.</a:t>
            </a:r>
          </a:p>
          <a:p xmlns:a="http://schemas.openxmlformats.org/drawingml/2006/main">
            <a:r>
              <a:t>Canva search keywords: pharmaceutical cycle,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Suspected falsification requires controlled escalation. An unusual pack is a signal to investigate, not proof of authenticity or falsification.</a:t>
            </a:r>
          </a:p>
          <a:p xmlns:a="http://schemas.openxmlformats.org/drawingml/2006/main">
            <a:r>
              <a:t/>
            </a:r>
          </a:p>
          <a:p xmlns:a="http://schemas.openxmlformats.org/drawingml/2006/main">
            <a:r>
              <a:t>Start by connecting this topic to a familiar distribution activity. Explain each visible point in plain language: Verify product and source; Inspect packaging; Check batch information; Escalate through approved channels.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what signs could make you question a product or delivery.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what signs could make you question a product or delivery.</a:t>
            </a:r>
          </a:p>
          <a:p xmlns:a="http://schemas.openxmlformats.org/drawingml/2006/main">
            <a:r>
              <a:t/>
            </a:r>
          </a:p>
          <a:p xmlns:a="http://schemas.openxmlformats.org/drawingml/2006/main">
            <a:r>
              <a:t>TRANSITION</a:t>
            </a:r>
          </a:p>
          <a:p xmlns:a="http://schemas.openxmlformats.org/drawingml/2006/main">
            <a:r>
              <a:t>Next: A recall depends on a reliable trail.</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check composition with generous whitespace, healthcare blue and concise labels.</a:t>
            </a:r>
          </a:p>
          <a:p xmlns:a="http://schemas.openxmlformats.org/drawingml/2006/main">
            <a:r>
              <a:t>Canva search keywords: pharmaceutical check,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Recover affected product quickly through a coordinated process. Reliable distribution records make targeted action possible.</a:t>
            </a:r>
          </a:p>
          <a:p xmlns:a="http://schemas.openxmlformats.org/drawingml/2006/main">
            <a:r>
              <a:t/>
            </a:r>
          </a:p>
          <a:p xmlns:a="http://schemas.openxmlformats.org/drawingml/2006/main">
            <a:r>
              <a:t>Start by connecting this topic to a familiar distribution activity. Explain each visible point in plain language: Identify the issue and assess risk; Notify through approved channels; Locate and recover affected stock; Investigate and follow up.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how you would identify every customer who received an affected batch.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how you would identify every customer who received an affected batch.</a:t>
            </a:r>
          </a:p>
          <a:p xmlns:a="http://schemas.openxmlformats.org/drawingml/2006/main">
            <a:r>
              <a:t/>
            </a:r>
          </a:p>
          <a:p xmlns:a="http://schemas.openxmlformats.org/drawingml/2006/main">
            <a:r>
              <a:t>TRANSITION</a:t>
            </a:r>
          </a:p>
          <a:p xmlns:a="http://schemas.openxmlformats.org/drawingml/2006/main">
            <a:r>
              <a:t>Next: Outsource the activity. Keep oversight.</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chain composition with generous whitespace, healthcare blue and concise labels.</a:t>
            </a:r>
          </a:p>
          <a:p xmlns:a="http://schemas.openxmlformats.org/drawingml/2006/main">
            <a:r>
              <a:t>Canva search keywords: pharmaceutical chain,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Qualified partners are part of your quality system. Contracting out an activity does not remove the need for appropriate oversight.</a:t>
            </a:r>
          </a:p>
          <a:p xmlns:a="http://schemas.openxmlformats.org/drawingml/2006/main">
            <a:r>
              <a:t/>
            </a:r>
          </a:p>
          <a:p xmlns:a="http://schemas.openxmlformats.org/drawingml/2006/main">
            <a:r>
              <a:t>Start by connecting this topic to a familiar distribution activity. Explain each visible point in plain language: Qualify before use; Agree quality responsibilities; Audit according to risk; Monitor and improve performance.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if a logistics provider handles the products, who retains responsibility for their own GDP obligations?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if a logistics provider handles the products, who retains responsibility for their own GDP obligations?</a:t>
            </a:r>
          </a:p>
          <a:p xmlns:a="http://schemas.openxmlformats.org/drawingml/2006/main">
            <a:r>
              <a:t/>
            </a:r>
          </a:p>
          <a:p xmlns:a="http://schemas.openxmlformats.org/drawingml/2006/main">
            <a:r>
              <a:t>TRANSITION</a:t>
            </a:r>
          </a:p>
          <a:p xmlns:a="http://schemas.openxmlformats.org/drawingml/2006/main">
            <a:r>
              <a:t>Next: Every role protects the patient.</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cycle composition with generous whitespace, healthcare blue and concise labels.</a:t>
            </a:r>
          </a:p>
          <a:p xmlns:a="http://schemas.openxmlformats.org/drawingml/2006/main">
            <a:r>
              <a:t>Canva search keywords: pharmaceutical cycle,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50 seconds plus selected discussion.</a:t>
            </a:r>
          </a:p>
          <a:p xmlns:a="http://schemas.openxmlformats.org/drawingml/2006/main">
            <a:r>
              <a:t/>
            </a:r>
          </a:p>
          <a:p xmlns:a="http://schemas.openxmlformats.org/drawingml/2006/main">
            <a:r>
              <a:t>Core message: The product received by the physician should retain the quality it had when it left the manufacturer. Protect quality at every handover.</a:t>
            </a:r>
          </a:p>
          <a:p xmlns:a="http://schemas.openxmlformats.org/drawingml/2006/main">
            <a:r>
              <a:t/>
            </a:r>
          </a:p>
          <a:p xmlns:a="http://schemas.openxmlformats.org/drawingml/2006/main">
            <a:r>
              <a:t>Start by connecting this topic to a familiar distribution activity. Explain each visible point in plain language: Put patient safety first; Control conditions and risks; Maintain traceability and records; Take responsibility. Escalate uncertainty.. Keep the conversation focused on how the activity protects product quality and supports a reliable handover. Ask participants to consider the information they receive, the checks they perform and the evidence they leave for the next person. Avoid treating experience or a verbal assurance as a replacement for an approved process and a documented assessment.</a:t>
            </a:r>
          </a:p>
          <a:p xmlns:a="http://schemas.openxmlformats.org/drawingml/2006/main">
            <a:r>
              <a:t/>
            </a:r>
          </a:p>
          <a:p xmlns:a="http://schemas.openxmlformats.org/drawingml/2006/main">
            <a:r>
              <a:t>Use this audience prompt: Ask each participant to name one action they will take in their next working day. Allow a brief response before continuing. Invite a practical example, then relate it to the responsibilities of operations, quality and the relevant authorized decision maker. If participants raise a company-specific question, refer to the current approved procedure or responsible quality contact. Do not invent an acceptance limit or approve a product disposition during the discussion.</a:t>
            </a:r>
          </a:p>
          <a:p xmlns:a="http://schemas.openxmlformats.org/drawingml/2006/main">
            <a:r>
              <a:t/>
            </a:r>
          </a:p>
          <a:p xmlns:a="http://schemas.openxmlformats.org/drawingml/2006/main">
            <a:r>
              <a:t>The diagrams illustrate the principles. They do not establish storage temperatures, humidity limits, release criteria or legal requirements for any named product. GDP requirements for medicinal products and the applicable distribution controls for medical devices need to be distinguished. For a Merz Aesthetics example, use the specific product classification, approved labeling and company procedures. Close by asking what evidence would allow another colleague to understand and verify the action. Use this discussion to connect the principle with the next stage of distribution.</a:t>
            </a:r>
          </a:p>
          <a:p xmlns:a="http://schemas.openxmlformats.org/drawingml/2006/main">
            <a:r>
              <a:t/>
            </a:r>
          </a:p>
          <a:p xmlns:a="http://schemas.openxmlformats.org/drawingml/2006/main">
            <a:r>
              <a:t>AUDIENCE PROMPT</a:t>
            </a:r>
          </a:p>
          <a:p xmlns:a="http://schemas.openxmlformats.org/drawingml/2006/main">
            <a:r>
              <a:t>Ask each participant to name one action they will take in their next working day.</a:t>
            </a:r>
          </a:p>
          <a:p xmlns:a="http://schemas.openxmlformats.org/drawingml/2006/main">
            <a:r>
              <a:t/>
            </a:r>
          </a:p>
          <a:p xmlns:a="http://schemas.openxmlformats.org/drawingml/2006/main">
            <a:r>
              <a:t>TRANSITION</a:t>
            </a:r>
          </a:p>
          <a:p xmlns:a="http://schemas.openxmlformats.org/drawingml/2006/main">
            <a:r>
              <a:t>Close the session and direct questions to the approved quality contact.</a:t>
            </a:r>
          </a:p>
          <a:p xmlns:a="http://schemas.openxmlformats.org/drawingml/2006/main">
            <a:r>
              <a:t/>
            </a:r>
          </a:p>
          <a:p xmlns:a="http://schemas.openxmlformats.org/drawingml/2006/main">
            <a:r>
              <a:t>REFERENCE</a:t>
            </a:r>
          </a:p>
          <a:p xmlns:a="http://schemas.openxmlformats.org/drawingml/2006/main">
            <a:r>
              <a:t>Supplied GDP training outline, slides 1–26. Product scenarios are illustrative. The original comprehensive course was not supplied.</a:t>
            </a:r>
          </a:p>
          <a:p xmlns:a="http://schemas.openxmlformats.org/drawingml/2006/main">
            <a:r>
              <a:t/>
            </a:r>
          </a:p>
          <a:p xmlns:a="http://schemas.openxmlformats.org/drawingml/2006/main">
            <a:r>
              <a:t>LAYOUT GUIDANCE</a:t>
            </a:r>
          </a:p>
          <a:p xmlns:a="http://schemas.openxmlformats.org/drawingml/2006/main">
            <a:r>
              <a:t>hero composition with generous whitespace, healthcare blue and concise labels.</a:t>
            </a:r>
          </a:p>
          <a:p xmlns:a="http://schemas.openxmlformats.org/drawingml/2006/main">
            <a:r>
              <a:t>Canva search keywords: pharmaceutical hero, blue healthcare, minimal line 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7c935a17ad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dc39233c8040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f1cb1e4c434f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914f76701d4f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4f7a6f326042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e78e1242ce40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DFA25E-EF97-4822-9D80-2A34C838E08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8DC500-CDF7-4CF8-A25D-BFC4656ADD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2276C9-1FC5-4B1A-AAD7-D80817B60B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D8191B-78AF-45F6-A92F-C655257184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F542A3-EB46-4B8E-988B-FA679FC8D8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DAAE00-DD3D-4149-8D38-38C22E25C9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6B072F-5E2E-437D-85B2-95EE3843F7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840B19-8181-458D-A1EF-D4BF502909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20F433-E445-4248-8B83-3CC94C8A33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69DCB8-9C8D-4ED2-8712-75E7B465AF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b7d4597d40403b" /><Relationship Type="http://schemas.openxmlformats.org/officeDocument/2006/relationships/slideLayout" Target="/ppt/slideLayouts/slideLayout1.xml" Id="Ra468bdb8b78a4cc7" /><Relationship Type="http://schemas.openxmlformats.org/officeDocument/2006/relationships/slideLayout" Target="/ppt/slideLayouts/slideLayout2.xml" Id="R8bef4c17030e4b8b" /><Relationship Type="http://schemas.openxmlformats.org/officeDocument/2006/relationships/slideLayout" Target="/ppt/slideLayouts/slideLayout3.xml" Id="Rb78be2f5df8f4caa" /><Relationship Type="http://schemas.openxmlformats.org/officeDocument/2006/relationships/slideLayout" Target="/ppt/slideLayouts/slideLayout4.xml" Id="R5be242119d324646" /><Relationship Type="http://schemas.openxmlformats.org/officeDocument/2006/relationships/slideLayout" Target="/ppt/slideLayouts/slideLayout5.xml" Id="R25c7583b75e041c8" /><Relationship Type="http://schemas.openxmlformats.org/officeDocument/2006/relationships/slideLayout" Target="/ppt/slideLayouts/slideLayout6.xml" Id="R8345d18ae33f47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68bdb8b78a4cc7"/>
    <p:sldLayoutId xmlns:r="http://schemas.openxmlformats.org/officeDocument/2006/relationships" id="2147483650" r:id="R8bef4c17030e4b8b"/>
    <p:sldLayoutId xmlns:r="http://schemas.openxmlformats.org/officeDocument/2006/relationships" id="2147483651" r:id="Rb78be2f5df8f4caa"/>
    <p:sldLayoutId xmlns:r="http://schemas.openxmlformats.org/officeDocument/2006/relationships" id="2147483652" r:id="R5be242119d324646"/>
    <p:sldLayoutId xmlns:r="http://schemas.openxmlformats.org/officeDocument/2006/relationships" id="2147483653" r:id="R25c7583b75e041c8"/>
    <p:sldLayoutId xmlns:r="http://schemas.openxmlformats.org/officeDocument/2006/relationships" id="2147483654" r:id="R8345d18ae33f47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69983035004776" /><Relationship Type="http://schemas.openxmlformats.org/officeDocument/2006/relationships/notesSlide" Target="/ppt/notesSlides/notesSlide1.xml" Id="Rf009e3f122f942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83ca84dabb452b" /><Relationship Type="http://schemas.openxmlformats.org/officeDocument/2006/relationships/notesSlide" Target="/ppt/notesSlides/notesSlide2.xml" Id="R725a248147904a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237734295a44be" /><Relationship Type="http://schemas.openxmlformats.org/officeDocument/2006/relationships/notesSlide" Target="/ppt/notesSlides/notesSlide3.xml" Id="Re848bd5eba6441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793b0b720a43cd" /><Relationship Type="http://schemas.openxmlformats.org/officeDocument/2006/relationships/notesSlide" Target="/ppt/notesSlides/notesSlide4.xml" Id="R41861ff40f4c40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2fc53df3d34f7c" /><Relationship Type="http://schemas.openxmlformats.org/officeDocument/2006/relationships/notesSlide" Target="/ppt/notesSlides/notesSlide5.xml" Id="R2b49ffbb18e04f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68624f3fac44db" /><Relationship Type="http://schemas.openxmlformats.org/officeDocument/2006/relationships/notesSlide" Target="/ppt/notesSlides/notesSlide6.xml" Id="Rcfc71db24fb14f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de5dbe52eb48f5" /><Relationship Type="http://schemas.openxmlformats.org/officeDocument/2006/relationships/notesSlide" Target="/ppt/notesSlides/notesSlide7.xml" Id="R96c6629bc3b94e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e9c573c2ea4519" /><Relationship Type="http://schemas.openxmlformats.org/officeDocument/2006/relationships/notesSlide" Target="/ppt/notesSlides/notesSlide8.xml" Id="R0c805797755b4f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50ea0e1cd645ab" /><Relationship Type="http://schemas.openxmlformats.org/officeDocument/2006/relationships/notesSlide" Target="/ppt/notesSlides/notesSlide9.xml" Id="Ra06009b4e92c4a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a33b374b0c340da" /><Relationship Type="http://schemas.openxmlformats.org/officeDocument/2006/relationships/notesSlide" Target="/ppt/notesSlides/notesSlide10.xml" Id="Raa413d7f95a44f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a94d112c474883" /><Relationship Type="http://schemas.openxmlformats.org/officeDocument/2006/relationships/notesSlide" Target="/ppt/notesSlides/notesSlide11.xml" Id="R889a23ab00e14f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c5c65e530f4fb1" /><Relationship Type="http://schemas.openxmlformats.org/officeDocument/2006/relationships/notesSlide" Target="/ppt/notesSlides/notesSlide12.xml" Id="R5bd497f3e73b49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0eb1ec50086432f" /><Relationship Type="http://schemas.openxmlformats.org/officeDocument/2006/relationships/notesSlide" Target="/ppt/notesSlides/notesSlide13.xml" Id="R481464372cb042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3a4e25c3e84a8b" /><Relationship Type="http://schemas.openxmlformats.org/officeDocument/2006/relationships/notesSlide" Target="/ppt/notesSlides/notesSlide14.xml" Id="R27a807a2cef241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a6231bc74bd440c" /><Relationship Type="http://schemas.openxmlformats.org/officeDocument/2006/relationships/notesSlide" Target="/ppt/notesSlides/notesSlide15.xml" Id="R0ebaa8af3ca04e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ebd5c3a85604cc1" /><Relationship Type="http://schemas.openxmlformats.org/officeDocument/2006/relationships/notesSlide" Target="/ppt/notesSlides/notesSlide16.xml" Id="R89282d31dc324c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04ad7afebff47cf" /><Relationship Type="http://schemas.openxmlformats.org/officeDocument/2006/relationships/notesSlide" Target="/ppt/notesSlides/notesSlide17.xml" Id="R65d62024145c4e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22b17647b2e439e" /><Relationship Type="http://schemas.openxmlformats.org/officeDocument/2006/relationships/notesSlide" Target="/ppt/notesSlides/notesSlide18.xml" Id="R7c43a5461d1148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b2e4f44baf84312" /><Relationship Type="http://schemas.openxmlformats.org/officeDocument/2006/relationships/notesSlide" Target="/ppt/notesSlides/notesSlide19.xml" Id="Raff622962d2f4a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c24d3acd2943ac" /><Relationship Type="http://schemas.openxmlformats.org/officeDocument/2006/relationships/notesSlide" Target="/ppt/notesSlides/notesSlide20.xml" Id="R510aaa6eb3294a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aa8e3cff03e4213" /><Relationship Type="http://schemas.openxmlformats.org/officeDocument/2006/relationships/notesSlide" Target="/ppt/notesSlides/notesSlide21.xml" Id="Rd858a2d8f3de40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f73ca3248ab499c" /><Relationship Type="http://schemas.openxmlformats.org/officeDocument/2006/relationships/notesSlide" Target="/ppt/notesSlides/notesSlide22.xml" Id="R1120af7bf69148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6156578a5344e12" /><Relationship Type="http://schemas.openxmlformats.org/officeDocument/2006/relationships/notesSlide" Target="/ppt/notesSlides/notesSlide23.xml" Id="Rba23a0acb33441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2ad2c472d884880" /><Relationship Type="http://schemas.openxmlformats.org/officeDocument/2006/relationships/notesSlide" Target="/ppt/notesSlides/notesSlide24.xml" Id="Rbea659ec62184cf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5dffa0b0ddf409f" /><Relationship Type="http://schemas.openxmlformats.org/officeDocument/2006/relationships/notesSlide" Target="/ppt/notesSlides/notesSlide25.xml" Id="R6b24b14200254ff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88da6be66054c12" /><Relationship Type="http://schemas.openxmlformats.org/officeDocument/2006/relationships/notesSlide" Target="/ppt/notesSlides/notesSlide26.xml" Id="Re1ec5182fb0844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AE46BE-89B5-4FF3-9316-F1C11FB07DAE}"/>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DAD914E1-6F2E-4412-918A-6B3EE5BA0AAB}"/>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EBB11B47-1842-4D9F-A115-64654C803282}"/>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START HERE</a:t>
            </a:r>
          </a:p>
        </p:txBody>
      </p:sp>
      <p:sp>
        <p:nvSpPr>
          <p:cNvPr id="4" name="">
            <a:extLst xmlns:a="http://schemas.openxmlformats.org/drawingml/2006/main">
              <a:ext uri="{FF2B5EF4-FFF2-40B4-BE49-F238E27FC236}">
                <a16:creationId xmlns:a16="http://schemas.microsoft.com/office/drawing/2014/main" id="{C31FC416-24BD-4E21-81CD-D460ACF29136}"/>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GDP Basic Training</a:t>
            </a:r>
          </a:p>
        </p:txBody>
      </p:sp>
      <p:sp>
        <p:nvSpPr>
          <p:cNvPr id="5" name="">
            <a:extLst xmlns:a="http://schemas.openxmlformats.org/drawingml/2006/main">
              <a:ext uri="{FF2B5EF4-FFF2-40B4-BE49-F238E27FC236}">
                <a16:creationId xmlns:a16="http://schemas.microsoft.com/office/drawing/2014/main" id="{562D3439-1E0B-4D70-9032-EF8566B35510}"/>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01 / 26</a:t>
            </a:r>
          </a:p>
        </p:txBody>
      </p:sp>
      <p:sp>
        <p:nvSpPr>
          <p:cNvPr id="6" name="">
            <a:extLst xmlns:a="http://schemas.openxmlformats.org/drawingml/2006/main">
              <a:ext uri="{FF2B5EF4-FFF2-40B4-BE49-F238E27FC236}">
                <a16:creationId xmlns:a16="http://schemas.microsoft.com/office/drawing/2014/main" id="{B38686B3-250F-4488-88C7-904385D9892D}"/>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469A3436-FA3E-4126-A0F5-5DE00E36A714}"/>
              </a:ext>
            </a:extLst>
          </p:cNvPr>
          <p:cNvSpPr>
            <a:spLocks xmlns:a="http://schemas.openxmlformats.org/drawingml/2006/main" noGrp="1"/>
          </p:cNvSpPr>
          <p:nvPr/>
        </p:nvSpPr>
        <p:spPr>
          <a:xfrm xmlns:a="http://schemas.openxmlformats.org/drawingml/2006/main">
            <a:off x="609600" y="2600325"/>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00" b="0">
                <a:solidFill>
                  <a:srgbClr val="657B8F"/>
                </a:solidFill>
                <a:latin typeface="Arial"/>
                <a:ea typeface="Arial"/>
                <a:cs typeface="Arial"/>
              </a:defRPr>
            </a:defPPr>
            <a:lvl1pPr algn="l">
              <a:defRPr sz="2400" b="0">
                <a:solidFill>
                  <a:srgbClr val="657B8F"/>
                </a:solidFill>
                <a:latin typeface="Arial"/>
                <a:ea typeface="Arial"/>
                <a:cs typeface="Arial"/>
              </a:defRPr>
            </a:lvl1pPr>
            <a:lvl2pPr algn="l">
              <a:defRPr sz="2400" b="0">
                <a:solidFill>
                  <a:srgbClr val="657B8F"/>
                </a:solidFill>
                <a:latin typeface="Arial"/>
                <a:ea typeface="Arial"/>
                <a:cs typeface="Arial"/>
              </a:defRPr>
            </a:lvl2pPr>
            <a:lvl3pPr algn="l">
              <a:defRPr sz="2400" b="0">
                <a:solidFill>
                  <a:srgbClr val="657B8F"/>
                </a:solidFill>
                <a:latin typeface="Arial"/>
                <a:ea typeface="Arial"/>
                <a:cs typeface="Arial"/>
              </a:defRPr>
            </a:lvl3pPr>
            <a:lvl4pPr algn="l">
              <a:defRPr sz="2400" b="0">
                <a:solidFill>
                  <a:srgbClr val="657B8F"/>
                </a:solidFill>
                <a:latin typeface="Arial"/>
                <a:ea typeface="Arial"/>
                <a:cs typeface="Arial"/>
              </a:defRPr>
            </a:lvl4pPr>
            <a:lvl5pPr algn="l">
              <a:defRPr sz="2400" b="0">
                <a:solidFill>
                  <a:srgbClr val="657B8F"/>
                </a:solidFill>
                <a:latin typeface="Arial"/>
                <a:ea typeface="Arial"/>
                <a:cs typeface="Arial"/>
              </a:defRPr>
            </a:lvl5pPr>
            <a:lvl6pPr algn="l">
              <a:defRPr sz="2400" b="0">
                <a:solidFill>
                  <a:srgbClr val="657B8F"/>
                </a:solidFill>
                <a:latin typeface="Arial"/>
                <a:ea typeface="Arial"/>
                <a:cs typeface="Arial"/>
              </a:defRPr>
            </a:lvl6pPr>
            <a:lvl7pPr algn="l">
              <a:defRPr sz="2400" b="0">
                <a:solidFill>
                  <a:srgbClr val="657B8F"/>
                </a:solidFill>
                <a:latin typeface="Arial"/>
                <a:ea typeface="Arial"/>
                <a:cs typeface="Arial"/>
              </a:defRPr>
            </a:lvl7pPr>
            <a:lvl8pPr algn="l">
              <a:defRPr sz="2400" b="0">
                <a:solidFill>
                  <a:srgbClr val="657B8F"/>
                </a:solidFill>
                <a:latin typeface="Arial"/>
                <a:ea typeface="Arial"/>
                <a:cs typeface="Arial"/>
              </a:defRPr>
            </a:lvl8pPr>
            <a:lvl9pPr algn="l">
              <a:defRPr sz="2400" b="0">
                <a:solidFill>
                  <a:srgbClr val="657B8F"/>
                </a:solidFill>
                <a:latin typeface="Arial"/>
                <a:ea typeface="Arial"/>
                <a:cs typeface="Arial"/>
              </a:defRPr>
            </a:lvl9pPr>
          </a:lstStyle>
          <a:p xmlns:a="http://schemas.openxmlformats.org/drawingml/2006/main">
            <a:pPr algn="l">
              <a:defRPr sz="2400" b="0">
                <a:solidFill>
                  <a:srgbClr val="657B8F"/>
                </a:solidFill>
                <a:latin typeface="Arial"/>
                <a:ea typeface="Arial"/>
                <a:cs typeface="Arial"/>
              </a:defRPr>
            </a:pPr>
            <a:r>
              <a:rPr sz="2400" b="0">
                <a:solidFill>
                  <a:srgbClr val="657B8F"/>
                </a:solidFill>
                <a:latin typeface="Arial"/>
                <a:ea typeface="Arial"/>
                <a:cs typeface="Arial"/>
              </a:rPr>
              <a:t>Maintaining product quality</a:t>
            </a:r>
          </a:p>
          <a:p xmlns:a="http://schemas.openxmlformats.org/drawingml/2006/main">
            <a:pPr algn="l">
              <a:defRPr sz="2400" b="0">
                <a:solidFill>
                  <a:srgbClr val="657B8F"/>
                </a:solidFill>
                <a:latin typeface="Arial"/>
                <a:ea typeface="Arial"/>
                <a:cs typeface="Arial"/>
              </a:defRPr>
            </a:pPr>
            <a:r>
              <a:rPr sz="2400" b="0">
                <a:solidFill>
                  <a:srgbClr val="657B8F"/>
                </a:solidFill>
                <a:latin typeface="Arial"/>
                <a:ea typeface="Arial"/>
                <a:cs typeface="Arial"/>
              </a:rPr>
              <a:t>throughout distribution</a:t>
            </a:r>
          </a:p>
        </p:txBody>
      </p:sp>
      <p:sp>
        <p:nvSpPr>
          <p:cNvPr id="8" name="">
            <a:extLst xmlns:a="http://schemas.openxmlformats.org/drawingml/2006/main">
              <a:ext uri="{FF2B5EF4-FFF2-40B4-BE49-F238E27FC236}">
                <a16:creationId xmlns:a16="http://schemas.microsoft.com/office/drawing/2014/main" id="{8DBDBDB4-F3DC-4857-9F64-ECE0F29B6443}"/>
              </a:ext>
            </a:extLst>
          </p:cNvPr>
          <p:cNvSpPr>
            <a:spLocks xmlns:a="http://schemas.openxmlformats.org/drawingml/2006/main" noGrp="1"/>
          </p:cNvSpPr>
          <p:nvPr/>
        </p:nvSpPr>
        <p:spPr>
          <a:xfrm xmlns:a="http://schemas.openxmlformats.org/drawingml/2006/main">
            <a:off x="609600" y="4105275"/>
            <a:ext cx="8096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950" b="1">
                <a:solidFill>
                  <a:srgbClr val="1778B7"/>
                </a:solidFill>
                <a:latin typeface="Arial"/>
                <a:ea typeface="Arial"/>
                <a:cs typeface="Arial"/>
              </a:defRPr>
            </a:defPPr>
            <a:lvl1pPr algn="l">
              <a:defRPr sz="4950" b="1">
                <a:solidFill>
                  <a:srgbClr val="1778B7"/>
                </a:solidFill>
                <a:latin typeface="Arial"/>
                <a:ea typeface="Arial"/>
                <a:cs typeface="Arial"/>
              </a:defRPr>
            </a:lvl1pPr>
            <a:lvl2pPr algn="l">
              <a:defRPr sz="4950" b="1">
                <a:solidFill>
                  <a:srgbClr val="1778B7"/>
                </a:solidFill>
                <a:latin typeface="Arial"/>
                <a:ea typeface="Arial"/>
                <a:cs typeface="Arial"/>
              </a:defRPr>
            </a:lvl2pPr>
            <a:lvl3pPr algn="l">
              <a:defRPr sz="4950" b="1">
                <a:solidFill>
                  <a:srgbClr val="1778B7"/>
                </a:solidFill>
                <a:latin typeface="Arial"/>
                <a:ea typeface="Arial"/>
                <a:cs typeface="Arial"/>
              </a:defRPr>
            </a:lvl3pPr>
            <a:lvl4pPr algn="l">
              <a:defRPr sz="4950" b="1">
                <a:solidFill>
                  <a:srgbClr val="1778B7"/>
                </a:solidFill>
                <a:latin typeface="Arial"/>
                <a:ea typeface="Arial"/>
                <a:cs typeface="Arial"/>
              </a:defRPr>
            </a:lvl4pPr>
            <a:lvl5pPr algn="l">
              <a:defRPr sz="4950" b="1">
                <a:solidFill>
                  <a:srgbClr val="1778B7"/>
                </a:solidFill>
                <a:latin typeface="Arial"/>
                <a:ea typeface="Arial"/>
                <a:cs typeface="Arial"/>
              </a:defRPr>
            </a:lvl5pPr>
            <a:lvl6pPr algn="l">
              <a:defRPr sz="4950" b="1">
                <a:solidFill>
                  <a:srgbClr val="1778B7"/>
                </a:solidFill>
                <a:latin typeface="Arial"/>
                <a:ea typeface="Arial"/>
                <a:cs typeface="Arial"/>
              </a:defRPr>
            </a:lvl6pPr>
            <a:lvl7pPr algn="l">
              <a:defRPr sz="4950" b="1">
                <a:solidFill>
                  <a:srgbClr val="1778B7"/>
                </a:solidFill>
                <a:latin typeface="Arial"/>
                <a:ea typeface="Arial"/>
                <a:cs typeface="Arial"/>
              </a:defRPr>
            </a:lvl7pPr>
            <a:lvl8pPr algn="l">
              <a:defRPr sz="4950" b="1">
                <a:solidFill>
                  <a:srgbClr val="1778B7"/>
                </a:solidFill>
                <a:latin typeface="Arial"/>
                <a:ea typeface="Arial"/>
                <a:cs typeface="Arial"/>
              </a:defRPr>
            </a:lvl8pPr>
            <a:lvl9pPr algn="l">
              <a:defRPr sz="4950" b="1">
                <a:solidFill>
                  <a:srgbClr val="1778B7"/>
                </a:solidFill>
                <a:latin typeface="Arial"/>
                <a:ea typeface="Arial"/>
                <a:cs typeface="Arial"/>
              </a:defRPr>
            </a:lvl9pPr>
          </a:lstStyle>
          <a:p xmlns:a="http://schemas.openxmlformats.org/drawingml/2006/main">
            <a:pPr algn="l">
              <a:defRPr sz="4950" b="1">
                <a:solidFill>
                  <a:srgbClr val="1778B7"/>
                </a:solidFill>
                <a:latin typeface="Arial"/>
                <a:ea typeface="Arial"/>
                <a:cs typeface="Arial"/>
              </a:defRPr>
            </a:pPr>
            <a:r>
              <a:rPr sz="4950" b="1">
                <a:solidFill>
                  <a:srgbClr val="1778B7"/>
                </a:solidFill>
                <a:latin typeface="Arial"/>
                <a:ea typeface="Arial"/>
                <a:cs typeface="Arial"/>
              </a:rPr>
              <a:t>GDP protects</a:t>
            </a:r>
          </a:p>
          <a:p xmlns:a="http://schemas.openxmlformats.org/drawingml/2006/main">
            <a:pPr algn="l">
              <a:defRPr sz="4950" b="1">
                <a:solidFill>
                  <a:srgbClr val="1778B7"/>
                </a:solidFill>
                <a:latin typeface="Arial"/>
                <a:ea typeface="Arial"/>
                <a:cs typeface="Arial"/>
              </a:defRPr>
            </a:pPr>
            <a:r>
              <a:rPr sz="4950" b="1">
                <a:solidFill>
                  <a:srgbClr val="1778B7"/>
                </a:solidFill>
                <a:latin typeface="Arial"/>
                <a:ea typeface="Arial"/>
                <a:cs typeface="Arial"/>
              </a:rPr>
              <a:t>patients</a:t>
            </a:r>
          </a:p>
        </p:txBody>
      </p:sp>
      <p:sp>
        <p:nvSpPr>
          <p:cNvPr id="9" name="">
            <a:extLst xmlns:a="http://schemas.openxmlformats.org/drawingml/2006/main">
              <a:ext uri="{FF2B5EF4-FFF2-40B4-BE49-F238E27FC236}">
                <a16:creationId xmlns:a16="http://schemas.microsoft.com/office/drawing/2014/main" id="{E0976147-E111-42BF-B6EB-ABBC2BE683B1}"/>
              </a:ext>
            </a:extLst>
          </p:cNvPr>
          <p:cNvSpPr>
            <a:spLocks xmlns:a="http://schemas.openxmlformats.org/drawingml/2006/main" noGrp="1"/>
          </p:cNvSpPr>
          <p:nvPr/>
        </p:nvSpPr>
        <p:spPr>
          <a:xfrm xmlns:a="http://schemas.openxmlformats.org/drawingml/2006/main">
            <a:off x="9525000" y="4181475"/>
            <a:ext cx="1857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02E4C"/>
                </a:solidFill>
                <a:latin typeface="Arial"/>
                <a:ea typeface="Arial"/>
                <a:cs typeface="Arial"/>
              </a:defRPr>
            </a:defPPr>
            <a:lvl1pPr algn="l">
              <a:defRPr sz="3000" b="1">
                <a:solidFill>
                  <a:srgbClr val="102E4C"/>
                </a:solidFill>
                <a:latin typeface="Arial"/>
                <a:ea typeface="Arial"/>
                <a:cs typeface="Arial"/>
              </a:defRPr>
            </a:lvl1pPr>
            <a:lvl2pPr algn="l">
              <a:defRPr sz="3000" b="1">
                <a:solidFill>
                  <a:srgbClr val="102E4C"/>
                </a:solidFill>
                <a:latin typeface="Arial"/>
                <a:ea typeface="Arial"/>
                <a:cs typeface="Arial"/>
              </a:defRPr>
            </a:lvl2pPr>
            <a:lvl3pPr algn="l">
              <a:defRPr sz="3000" b="1">
                <a:solidFill>
                  <a:srgbClr val="102E4C"/>
                </a:solidFill>
                <a:latin typeface="Arial"/>
                <a:ea typeface="Arial"/>
                <a:cs typeface="Arial"/>
              </a:defRPr>
            </a:lvl3pPr>
            <a:lvl4pPr algn="l">
              <a:defRPr sz="3000" b="1">
                <a:solidFill>
                  <a:srgbClr val="102E4C"/>
                </a:solidFill>
                <a:latin typeface="Arial"/>
                <a:ea typeface="Arial"/>
                <a:cs typeface="Arial"/>
              </a:defRPr>
            </a:lvl4pPr>
            <a:lvl5pPr algn="l">
              <a:defRPr sz="3000" b="1">
                <a:solidFill>
                  <a:srgbClr val="102E4C"/>
                </a:solidFill>
                <a:latin typeface="Arial"/>
                <a:ea typeface="Arial"/>
                <a:cs typeface="Arial"/>
              </a:defRPr>
            </a:lvl5pPr>
            <a:lvl6pPr algn="l">
              <a:defRPr sz="3000" b="1">
                <a:solidFill>
                  <a:srgbClr val="102E4C"/>
                </a:solidFill>
                <a:latin typeface="Arial"/>
                <a:ea typeface="Arial"/>
                <a:cs typeface="Arial"/>
              </a:defRPr>
            </a:lvl6pPr>
            <a:lvl7pPr algn="l">
              <a:defRPr sz="3000" b="1">
                <a:solidFill>
                  <a:srgbClr val="102E4C"/>
                </a:solidFill>
                <a:latin typeface="Arial"/>
                <a:ea typeface="Arial"/>
                <a:cs typeface="Arial"/>
              </a:defRPr>
            </a:lvl7pPr>
            <a:lvl8pPr algn="l">
              <a:defRPr sz="3000" b="1">
                <a:solidFill>
                  <a:srgbClr val="102E4C"/>
                </a:solidFill>
                <a:latin typeface="Arial"/>
                <a:ea typeface="Arial"/>
                <a:cs typeface="Arial"/>
              </a:defRPr>
            </a:lvl8pPr>
            <a:lvl9pPr algn="l">
              <a:defRPr sz="3000" b="1">
                <a:solidFill>
                  <a:srgbClr val="102E4C"/>
                </a:solidFill>
                <a:latin typeface="Arial"/>
                <a:ea typeface="Arial"/>
                <a:cs typeface="Arial"/>
              </a:defRPr>
            </a:lvl9pPr>
          </a:lstStyle>
          <a:p xmlns:a="http://schemas.openxmlformats.org/drawingml/2006/main">
            <a:pPr algn="l">
              <a:defRPr sz="3000" b="1">
                <a:solidFill>
                  <a:srgbClr val="102E4C"/>
                </a:solidFill>
                <a:latin typeface="Arial"/>
                <a:ea typeface="Arial"/>
                <a:cs typeface="Arial"/>
              </a:defRPr>
            </a:pPr>
            <a:r>
              <a:rPr sz="3000" b="1">
                <a:solidFill>
                  <a:srgbClr val="102E4C"/>
                </a:solidFill>
                <a:latin typeface="Arial"/>
                <a:ea typeface="Arial"/>
                <a:cs typeface="Arial"/>
              </a:rPr>
              <a:t>30</a:t>
            </a:r>
          </a:p>
          <a:p xmlns:a="http://schemas.openxmlformats.org/drawingml/2006/main">
            <a:pPr algn="l">
              <a:defRPr sz="3000" b="1">
                <a:solidFill>
                  <a:srgbClr val="102E4C"/>
                </a:solidFill>
                <a:latin typeface="Arial"/>
                <a:ea typeface="Arial"/>
                <a:cs typeface="Arial"/>
              </a:defRPr>
            </a:pPr>
            <a:r>
              <a:rPr sz="3000" b="1">
                <a:solidFill>
                  <a:srgbClr val="102E4C"/>
                </a:solidFill>
                <a:latin typeface="Arial"/>
                <a:ea typeface="Arial"/>
                <a:cs typeface="Arial"/>
              </a:rPr>
              <a:t>MINUTES</a:t>
            </a:r>
          </a:p>
        </p:txBody>
      </p:sp>
    </p:spTree>
    <p:extLst>
      <p:ext uri="{BB962C8B-B14F-4D97-AF65-F5344CB8AC3E}">
        <p14:creationId xmlns:p14="http://schemas.microsoft.com/office/powerpoint/2010/main" val="14081362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A2C3D47-39CE-4CCA-BDAB-3E04F3310B51}"/>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3D7D6036-00E8-42F9-8397-1E722E9EE692}"/>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A91D7997-70F9-4CF5-A27F-2E8E92CDACB0}"/>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YOUR ROADMAP</a:t>
            </a:r>
          </a:p>
        </p:txBody>
      </p:sp>
      <p:sp>
        <p:nvSpPr>
          <p:cNvPr id="4" name="">
            <a:extLst xmlns:a="http://schemas.openxmlformats.org/drawingml/2006/main">
              <a:ext uri="{FF2B5EF4-FFF2-40B4-BE49-F238E27FC236}">
                <a16:creationId xmlns:a16="http://schemas.microsoft.com/office/drawing/2014/main" id="{C3E848A2-9B88-42A6-9F07-C1237E6CFFED}"/>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Your training roadmap</a:t>
            </a:r>
          </a:p>
        </p:txBody>
      </p:sp>
      <p:sp>
        <p:nvSpPr>
          <p:cNvPr id="5" name="">
            <a:extLst xmlns:a="http://schemas.openxmlformats.org/drawingml/2006/main">
              <a:ext uri="{FF2B5EF4-FFF2-40B4-BE49-F238E27FC236}">
                <a16:creationId xmlns:a16="http://schemas.microsoft.com/office/drawing/2014/main" id="{A8277519-2D08-41E3-ABB7-EE96E2D6D662}"/>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02 / 26</a:t>
            </a:r>
          </a:p>
        </p:txBody>
      </p:sp>
      <p:sp>
        <p:nvSpPr>
          <p:cNvPr id="6" name="">
            <a:extLst xmlns:a="http://schemas.openxmlformats.org/drawingml/2006/main">
              <a:ext uri="{FF2B5EF4-FFF2-40B4-BE49-F238E27FC236}">
                <a16:creationId xmlns:a16="http://schemas.microsoft.com/office/drawing/2014/main" id="{A0924D93-5D2D-4111-BACD-267DB7844745}"/>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3E88F33E-B32C-4C1D-82BD-12B552D8B4DC}"/>
              </a:ext>
            </a:extLst>
          </p:cNvPr>
          <p:cNvSpPr>
            <a:spLocks xmlns:a="http://schemas.openxmlformats.org/drawingml/2006/main" noGrp="1"/>
          </p:cNvSpPr>
          <p:nvPr/>
        </p:nvSpPr>
        <p:spPr>
          <a:xfrm xmlns:a="http://schemas.openxmlformats.org/drawingml/2006/main">
            <a:off x="609600" y="264795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E661BA2C-469E-4CCE-8786-11737DC54A65}"/>
              </a:ext>
            </a:extLst>
          </p:cNvPr>
          <p:cNvSpPr>
            <a:spLocks xmlns:a="http://schemas.openxmlformats.org/drawingml/2006/main" noGrp="1"/>
          </p:cNvSpPr>
          <p:nvPr/>
        </p:nvSpPr>
        <p:spPr>
          <a:xfrm xmlns:a="http://schemas.openxmlformats.org/drawingml/2006/main">
            <a:off x="1371600" y="2695575"/>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Defining GDP</a:t>
            </a:r>
          </a:p>
        </p:txBody>
      </p:sp>
      <p:sp>
        <p:nvSpPr>
          <p:cNvPr id="9" name="">
            <a:extLst xmlns:a="http://schemas.openxmlformats.org/drawingml/2006/main">
              <a:ext uri="{FF2B5EF4-FFF2-40B4-BE49-F238E27FC236}">
                <a16:creationId xmlns:a16="http://schemas.microsoft.com/office/drawing/2014/main" id="{F56FFD4B-96AE-4B73-B593-C538B0758CF9}"/>
              </a:ext>
            </a:extLst>
          </p:cNvPr>
          <p:cNvSpPr>
            <a:spLocks xmlns:a="http://schemas.openxmlformats.org/drawingml/2006/main" noGrp="1"/>
          </p:cNvSpPr>
          <p:nvPr/>
        </p:nvSpPr>
        <p:spPr>
          <a:xfrm xmlns:a="http://schemas.openxmlformats.org/drawingml/2006/main">
            <a:off x="609600" y="3324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D4DBC935-FAFF-463D-8B42-3EBB91A21D26}"/>
              </a:ext>
            </a:extLst>
          </p:cNvPr>
          <p:cNvSpPr>
            <a:spLocks xmlns:a="http://schemas.openxmlformats.org/drawingml/2006/main" noGrp="1"/>
          </p:cNvSpPr>
          <p:nvPr/>
        </p:nvSpPr>
        <p:spPr>
          <a:xfrm xmlns:a="http://schemas.openxmlformats.org/drawingml/2006/main">
            <a:off x="1371600" y="3371850"/>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Key persons</a:t>
            </a:r>
          </a:p>
        </p:txBody>
      </p:sp>
      <p:sp>
        <p:nvSpPr>
          <p:cNvPr id="11" name="">
            <a:extLst xmlns:a="http://schemas.openxmlformats.org/drawingml/2006/main">
              <a:ext uri="{FF2B5EF4-FFF2-40B4-BE49-F238E27FC236}">
                <a16:creationId xmlns:a16="http://schemas.microsoft.com/office/drawing/2014/main" id="{C0FB2D2A-590C-4457-A011-842AE052987E}"/>
              </a:ext>
            </a:extLst>
          </p:cNvPr>
          <p:cNvSpPr>
            <a:spLocks xmlns:a="http://schemas.openxmlformats.org/drawingml/2006/main" noGrp="1"/>
          </p:cNvSpPr>
          <p:nvPr/>
        </p:nvSpPr>
        <p:spPr>
          <a:xfrm xmlns:a="http://schemas.openxmlformats.org/drawingml/2006/main">
            <a:off x="609600" y="40005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4B6BCCF5-7B2A-47E8-82D6-5B22C77EB8C7}"/>
              </a:ext>
            </a:extLst>
          </p:cNvPr>
          <p:cNvSpPr>
            <a:spLocks xmlns:a="http://schemas.openxmlformats.org/drawingml/2006/main" noGrp="1"/>
          </p:cNvSpPr>
          <p:nvPr/>
        </p:nvSpPr>
        <p:spPr>
          <a:xfrm xmlns:a="http://schemas.openxmlformats.org/drawingml/2006/main">
            <a:off x="1371600" y="4048125"/>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Quality management</a:t>
            </a:r>
          </a:p>
        </p:txBody>
      </p:sp>
      <p:sp>
        <p:nvSpPr>
          <p:cNvPr id="13" name="">
            <a:extLst xmlns:a="http://schemas.openxmlformats.org/drawingml/2006/main">
              <a:ext uri="{FF2B5EF4-FFF2-40B4-BE49-F238E27FC236}">
                <a16:creationId xmlns:a16="http://schemas.microsoft.com/office/drawing/2014/main" id="{766F0FAD-798E-4EC0-BC45-3427DDCE7645}"/>
              </a:ext>
            </a:extLst>
          </p:cNvPr>
          <p:cNvSpPr>
            <a:spLocks xmlns:a="http://schemas.openxmlformats.org/drawingml/2006/main" noGrp="1"/>
          </p:cNvSpPr>
          <p:nvPr/>
        </p:nvSpPr>
        <p:spPr>
          <a:xfrm xmlns:a="http://schemas.openxmlformats.org/drawingml/2006/main">
            <a:off x="609600" y="467677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9475A55-F648-4543-A8E4-9466EA53E1F9}"/>
              </a:ext>
            </a:extLst>
          </p:cNvPr>
          <p:cNvSpPr>
            <a:spLocks xmlns:a="http://schemas.openxmlformats.org/drawingml/2006/main" noGrp="1"/>
          </p:cNvSpPr>
          <p:nvPr/>
        </p:nvSpPr>
        <p:spPr>
          <a:xfrm xmlns:a="http://schemas.openxmlformats.org/drawingml/2006/main">
            <a:off x="1371600" y="4724400"/>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GDP in practice</a:t>
            </a:r>
          </a:p>
        </p:txBody>
      </p:sp>
      <p:sp>
        <p:nvSpPr>
          <p:cNvPr id="15" name="">
            <a:extLst xmlns:a="http://schemas.openxmlformats.org/drawingml/2006/main">
              <a:ext uri="{FF2B5EF4-FFF2-40B4-BE49-F238E27FC236}">
                <a16:creationId xmlns:a16="http://schemas.microsoft.com/office/drawing/2014/main" id="{1B260BDC-0FE9-41F7-BAC2-CB7F39E89FAF}"/>
              </a:ext>
            </a:extLst>
          </p:cNvPr>
          <p:cNvSpPr>
            <a:spLocks xmlns:a="http://schemas.openxmlformats.org/drawingml/2006/main" noGrp="1"/>
          </p:cNvSpPr>
          <p:nvPr/>
        </p:nvSpPr>
        <p:spPr>
          <a:xfrm xmlns:a="http://schemas.openxmlformats.org/drawingml/2006/main">
            <a:off x="6562725" y="264795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05</a:t>
            </a:r>
          </a:p>
        </p:txBody>
      </p:sp>
      <p:sp>
        <p:nvSpPr>
          <p:cNvPr id="16" name="">
            <a:extLst xmlns:a="http://schemas.openxmlformats.org/drawingml/2006/main">
              <a:ext uri="{FF2B5EF4-FFF2-40B4-BE49-F238E27FC236}">
                <a16:creationId xmlns:a16="http://schemas.microsoft.com/office/drawing/2014/main" id="{CCC126EC-4747-47BF-9199-D87210EE1129}"/>
              </a:ext>
            </a:extLst>
          </p:cNvPr>
          <p:cNvSpPr>
            <a:spLocks xmlns:a="http://schemas.openxmlformats.org/drawingml/2006/main" noGrp="1"/>
          </p:cNvSpPr>
          <p:nvPr/>
        </p:nvSpPr>
        <p:spPr>
          <a:xfrm xmlns:a="http://schemas.openxmlformats.org/drawingml/2006/main">
            <a:off x="7324725" y="26955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02E4C"/>
                </a:solidFill>
                <a:latin typeface="Arial"/>
                <a:ea typeface="Arial"/>
                <a:cs typeface="Arial"/>
              </a:defRPr>
            </a:defPPr>
            <a:lvl1pPr algn="l">
              <a:defRPr sz="2100" b="1">
                <a:solidFill>
                  <a:srgbClr val="102E4C"/>
                </a:solidFill>
                <a:latin typeface="Arial"/>
                <a:ea typeface="Arial"/>
                <a:cs typeface="Arial"/>
              </a:defRPr>
            </a:lvl1pPr>
            <a:lvl2pPr algn="l">
              <a:defRPr sz="2100" b="1">
                <a:solidFill>
                  <a:srgbClr val="102E4C"/>
                </a:solidFill>
                <a:latin typeface="Arial"/>
                <a:ea typeface="Arial"/>
                <a:cs typeface="Arial"/>
              </a:defRPr>
            </a:lvl2pPr>
            <a:lvl3pPr algn="l">
              <a:defRPr sz="2100" b="1">
                <a:solidFill>
                  <a:srgbClr val="102E4C"/>
                </a:solidFill>
                <a:latin typeface="Arial"/>
                <a:ea typeface="Arial"/>
                <a:cs typeface="Arial"/>
              </a:defRPr>
            </a:lvl3pPr>
            <a:lvl4pPr algn="l">
              <a:defRPr sz="2100" b="1">
                <a:solidFill>
                  <a:srgbClr val="102E4C"/>
                </a:solidFill>
                <a:latin typeface="Arial"/>
                <a:ea typeface="Arial"/>
                <a:cs typeface="Arial"/>
              </a:defRPr>
            </a:lvl4pPr>
            <a:lvl5pPr algn="l">
              <a:defRPr sz="2100" b="1">
                <a:solidFill>
                  <a:srgbClr val="102E4C"/>
                </a:solidFill>
                <a:latin typeface="Arial"/>
                <a:ea typeface="Arial"/>
                <a:cs typeface="Arial"/>
              </a:defRPr>
            </a:lvl5pPr>
            <a:lvl6pPr algn="l">
              <a:defRPr sz="2100" b="1">
                <a:solidFill>
                  <a:srgbClr val="102E4C"/>
                </a:solidFill>
                <a:latin typeface="Arial"/>
                <a:ea typeface="Arial"/>
                <a:cs typeface="Arial"/>
              </a:defRPr>
            </a:lvl6pPr>
            <a:lvl7pPr algn="l">
              <a:defRPr sz="2100" b="1">
                <a:solidFill>
                  <a:srgbClr val="102E4C"/>
                </a:solidFill>
                <a:latin typeface="Arial"/>
                <a:ea typeface="Arial"/>
                <a:cs typeface="Arial"/>
              </a:defRPr>
            </a:lvl7pPr>
            <a:lvl8pPr algn="l">
              <a:defRPr sz="2100" b="1">
                <a:solidFill>
                  <a:srgbClr val="102E4C"/>
                </a:solidFill>
                <a:latin typeface="Arial"/>
                <a:ea typeface="Arial"/>
                <a:cs typeface="Arial"/>
              </a:defRPr>
            </a:lvl8pPr>
            <a:lvl9pPr algn="l">
              <a:defRPr sz="2100" b="1">
                <a:solidFill>
                  <a:srgbClr val="102E4C"/>
                </a:solidFill>
                <a:latin typeface="Arial"/>
                <a:ea typeface="Arial"/>
                <a:cs typeface="Arial"/>
              </a:defRPr>
            </a:lvl9pPr>
          </a:lstStyle>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Qualification &amp; validation</a:t>
            </a:r>
          </a:p>
        </p:txBody>
      </p:sp>
      <p:sp>
        <p:nvSpPr>
          <p:cNvPr id="17" name="">
            <a:extLst xmlns:a="http://schemas.openxmlformats.org/drawingml/2006/main">
              <a:ext uri="{FF2B5EF4-FFF2-40B4-BE49-F238E27FC236}">
                <a16:creationId xmlns:a16="http://schemas.microsoft.com/office/drawing/2014/main" id="{2990DED7-CB38-4B69-A4A5-84987A372636}"/>
              </a:ext>
            </a:extLst>
          </p:cNvPr>
          <p:cNvSpPr>
            <a:spLocks xmlns:a="http://schemas.openxmlformats.org/drawingml/2006/main" noGrp="1"/>
          </p:cNvSpPr>
          <p:nvPr/>
        </p:nvSpPr>
        <p:spPr>
          <a:xfrm xmlns:a="http://schemas.openxmlformats.org/drawingml/2006/main">
            <a:off x="7324725" y="3048000"/>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1778B7"/>
                </a:solidFill>
                <a:latin typeface="Arial"/>
                <a:ea typeface="Arial"/>
                <a:cs typeface="Arial"/>
              </a:defRPr>
            </a:defPPr>
            <a:lvl1pPr algn="l">
              <a:defRPr sz="900" b="1">
                <a:solidFill>
                  <a:srgbClr val="1778B7"/>
                </a:solidFill>
                <a:latin typeface="Arial"/>
                <a:ea typeface="Arial"/>
                <a:cs typeface="Arial"/>
              </a:defRPr>
            </a:lvl1pPr>
            <a:lvl2pPr algn="l">
              <a:defRPr sz="900" b="1">
                <a:solidFill>
                  <a:srgbClr val="1778B7"/>
                </a:solidFill>
                <a:latin typeface="Arial"/>
                <a:ea typeface="Arial"/>
                <a:cs typeface="Arial"/>
              </a:defRPr>
            </a:lvl2pPr>
            <a:lvl3pPr algn="l">
              <a:defRPr sz="900" b="1">
                <a:solidFill>
                  <a:srgbClr val="1778B7"/>
                </a:solidFill>
                <a:latin typeface="Arial"/>
                <a:ea typeface="Arial"/>
                <a:cs typeface="Arial"/>
              </a:defRPr>
            </a:lvl3pPr>
            <a:lvl4pPr algn="l">
              <a:defRPr sz="900" b="1">
                <a:solidFill>
                  <a:srgbClr val="1778B7"/>
                </a:solidFill>
                <a:latin typeface="Arial"/>
                <a:ea typeface="Arial"/>
                <a:cs typeface="Arial"/>
              </a:defRPr>
            </a:lvl4pPr>
            <a:lvl5pPr algn="l">
              <a:defRPr sz="900" b="1">
                <a:solidFill>
                  <a:srgbClr val="1778B7"/>
                </a:solidFill>
                <a:latin typeface="Arial"/>
                <a:ea typeface="Arial"/>
                <a:cs typeface="Arial"/>
              </a:defRPr>
            </a:lvl5pPr>
            <a:lvl6pPr algn="l">
              <a:defRPr sz="900" b="1">
                <a:solidFill>
                  <a:srgbClr val="1778B7"/>
                </a:solidFill>
                <a:latin typeface="Arial"/>
                <a:ea typeface="Arial"/>
                <a:cs typeface="Arial"/>
              </a:defRPr>
            </a:lvl6pPr>
            <a:lvl7pPr algn="l">
              <a:defRPr sz="900" b="1">
                <a:solidFill>
                  <a:srgbClr val="1778B7"/>
                </a:solidFill>
                <a:latin typeface="Arial"/>
                <a:ea typeface="Arial"/>
                <a:cs typeface="Arial"/>
              </a:defRPr>
            </a:lvl7pPr>
            <a:lvl8pPr algn="l">
              <a:defRPr sz="900" b="1">
                <a:solidFill>
                  <a:srgbClr val="1778B7"/>
                </a:solidFill>
                <a:latin typeface="Arial"/>
                <a:ea typeface="Arial"/>
                <a:cs typeface="Arial"/>
              </a:defRPr>
            </a:lvl8pPr>
            <a:lvl9pPr algn="l">
              <a:defRPr sz="900" b="1">
                <a:solidFill>
                  <a:srgbClr val="1778B7"/>
                </a:solidFill>
                <a:latin typeface="Arial"/>
                <a:ea typeface="Arial"/>
                <a:cs typeface="Arial"/>
              </a:defRPr>
            </a:lvl9pPr>
          </a:lstStyle>
          <a:p xmlns:a="http://schemas.openxmlformats.org/drawingml/2006/main">
            <a:pPr algn="l">
              <a:defRPr sz="900" b="1">
                <a:solidFill>
                  <a:srgbClr val="1778B7"/>
                </a:solidFill>
                <a:latin typeface="Arial"/>
                <a:ea typeface="Arial"/>
                <a:cs typeface="Arial"/>
              </a:defRPr>
            </a:pPr>
            <a:r>
              <a:rPr sz="900" b="1">
                <a:solidFill>
                  <a:srgbClr val="1778B7"/>
                </a:solidFill>
                <a:latin typeface="Arial"/>
                <a:ea typeface="Arial"/>
                <a:cs typeface="Arial"/>
              </a:rPr>
              <a:t>MAIN FOCUS</a:t>
            </a:r>
          </a:p>
        </p:txBody>
      </p:sp>
      <p:sp>
        <p:nvSpPr>
          <p:cNvPr id="18" name="">
            <a:extLst xmlns:a="http://schemas.openxmlformats.org/drawingml/2006/main">
              <a:ext uri="{FF2B5EF4-FFF2-40B4-BE49-F238E27FC236}">
                <a16:creationId xmlns:a16="http://schemas.microsoft.com/office/drawing/2014/main" id="{FADD37F9-F850-4B0F-A5D3-0B174E3EC32C}"/>
              </a:ext>
            </a:extLst>
          </p:cNvPr>
          <p:cNvSpPr>
            <a:spLocks xmlns:a="http://schemas.openxmlformats.org/drawingml/2006/main" noGrp="1"/>
          </p:cNvSpPr>
          <p:nvPr/>
        </p:nvSpPr>
        <p:spPr>
          <a:xfrm xmlns:a="http://schemas.openxmlformats.org/drawingml/2006/main">
            <a:off x="6562725" y="356235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06</a:t>
            </a:r>
          </a:p>
        </p:txBody>
      </p:sp>
      <p:sp>
        <p:nvSpPr>
          <p:cNvPr id="19" name="">
            <a:extLst xmlns:a="http://schemas.openxmlformats.org/drawingml/2006/main">
              <a:ext uri="{FF2B5EF4-FFF2-40B4-BE49-F238E27FC236}">
                <a16:creationId xmlns:a16="http://schemas.microsoft.com/office/drawing/2014/main" id="{C8C2FF2A-8B02-448F-A45C-8E5D934761B5}"/>
              </a:ext>
            </a:extLst>
          </p:cNvPr>
          <p:cNvSpPr>
            <a:spLocks xmlns:a="http://schemas.openxmlformats.org/drawingml/2006/main" noGrp="1"/>
          </p:cNvSpPr>
          <p:nvPr/>
        </p:nvSpPr>
        <p:spPr>
          <a:xfrm xmlns:a="http://schemas.openxmlformats.org/drawingml/2006/main">
            <a:off x="7324725" y="36099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Special situations</a:t>
            </a:r>
          </a:p>
        </p:txBody>
      </p:sp>
      <p:sp>
        <p:nvSpPr>
          <p:cNvPr id="20" name="">
            <a:extLst xmlns:a="http://schemas.openxmlformats.org/drawingml/2006/main">
              <a:ext uri="{FF2B5EF4-FFF2-40B4-BE49-F238E27FC236}">
                <a16:creationId xmlns:a16="http://schemas.microsoft.com/office/drawing/2014/main" id="{97888EFD-60D4-49CA-83DF-E184D15036A0}"/>
              </a:ext>
            </a:extLst>
          </p:cNvPr>
          <p:cNvSpPr>
            <a:spLocks xmlns:a="http://schemas.openxmlformats.org/drawingml/2006/main" noGrp="1"/>
          </p:cNvSpPr>
          <p:nvPr/>
        </p:nvSpPr>
        <p:spPr>
          <a:xfrm xmlns:a="http://schemas.openxmlformats.org/drawingml/2006/main">
            <a:off x="6562725" y="447675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657B8F"/>
                </a:solidFill>
                <a:latin typeface="Arial"/>
                <a:ea typeface="Arial"/>
                <a:cs typeface="Arial"/>
              </a:defRPr>
            </a:defPPr>
            <a:lvl1pPr algn="l">
              <a:defRPr sz="3000" b="1">
                <a:solidFill>
                  <a:srgbClr val="657B8F"/>
                </a:solidFill>
                <a:latin typeface="Arial"/>
                <a:ea typeface="Arial"/>
                <a:cs typeface="Arial"/>
              </a:defRPr>
            </a:lvl1pPr>
            <a:lvl2pPr algn="l">
              <a:defRPr sz="3000" b="1">
                <a:solidFill>
                  <a:srgbClr val="657B8F"/>
                </a:solidFill>
                <a:latin typeface="Arial"/>
                <a:ea typeface="Arial"/>
                <a:cs typeface="Arial"/>
              </a:defRPr>
            </a:lvl2pPr>
            <a:lvl3pPr algn="l">
              <a:defRPr sz="3000" b="1">
                <a:solidFill>
                  <a:srgbClr val="657B8F"/>
                </a:solidFill>
                <a:latin typeface="Arial"/>
                <a:ea typeface="Arial"/>
                <a:cs typeface="Arial"/>
              </a:defRPr>
            </a:lvl3pPr>
            <a:lvl4pPr algn="l">
              <a:defRPr sz="3000" b="1">
                <a:solidFill>
                  <a:srgbClr val="657B8F"/>
                </a:solidFill>
                <a:latin typeface="Arial"/>
                <a:ea typeface="Arial"/>
                <a:cs typeface="Arial"/>
              </a:defRPr>
            </a:lvl4pPr>
            <a:lvl5pPr algn="l">
              <a:defRPr sz="3000" b="1">
                <a:solidFill>
                  <a:srgbClr val="657B8F"/>
                </a:solidFill>
                <a:latin typeface="Arial"/>
                <a:ea typeface="Arial"/>
                <a:cs typeface="Arial"/>
              </a:defRPr>
            </a:lvl5pPr>
            <a:lvl6pPr algn="l">
              <a:defRPr sz="3000" b="1">
                <a:solidFill>
                  <a:srgbClr val="657B8F"/>
                </a:solidFill>
                <a:latin typeface="Arial"/>
                <a:ea typeface="Arial"/>
                <a:cs typeface="Arial"/>
              </a:defRPr>
            </a:lvl6pPr>
            <a:lvl7pPr algn="l">
              <a:defRPr sz="3000" b="1">
                <a:solidFill>
                  <a:srgbClr val="657B8F"/>
                </a:solidFill>
                <a:latin typeface="Arial"/>
                <a:ea typeface="Arial"/>
                <a:cs typeface="Arial"/>
              </a:defRPr>
            </a:lvl7pPr>
            <a:lvl8pPr algn="l">
              <a:defRPr sz="3000" b="1">
                <a:solidFill>
                  <a:srgbClr val="657B8F"/>
                </a:solidFill>
                <a:latin typeface="Arial"/>
                <a:ea typeface="Arial"/>
                <a:cs typeface="Arial"/>
              </a:defRPr>
            </a:lvl8pPr>
            <a:lvl9pPr algn="l">
              <a:defRPr sz="3000" b="1">
                <a:solidFill>
                  <a:srgbClr val="657B8F"/>
                </a:solidFill>
                <a:latin typeface="Arial"/>
                <a:ea typeface="Arial"/>
                <a:cs typeface="Arial"/>
              </a:defRPr>
            </a:lvl9pPr>
          </a:lstStyle>
          <a:p xmlns:a="http://schemas.openxmlformats.org/drawingml/2006/main">
            <a:pPr algn="l">
              <a:defRPr sz="3000" b="1">
                <a:solidFill>
                  <a:srgbClr val="657B8F"/>
                </a:solidFill>
                <a:latin typeface="Arial"/>
                <a:ea typeface="Arial"/>
                <a:cs typeface="Arial"/>
              </a:defRPr>
            </a:pPr>
            <a:r>
              <a:rPr sz="3000" b="1">
                <a:solidFill>
                  <a:srgbClr val="657B8F"/>
                </a:solidFill>
                <a:latin typeface="Arial"/>
                <a:ea typeface="Arial"/>
                <a:cs typeface="Arial"/>
              </a:rPr>
              <a:t>07</a:t>
            </a:r>
          </a:p>
        </p:txBody>
      </p:sp>
      <p:sp>
        <p:nvSpPr>
          <p:cNvPr id="21" name="">
            <a:extLst xmlns:a="http://schemas.openxmlformats.org/drawingml/2006/main">
              <a:ext uri="{FF2B5EF4-FFF2-40B4-BE49-F238E27FC236}">
                <a16:creationId xmlns:a16="http://schemas.microsoft.com/office/drawing/2014/main" id="{A0D113D8-4312-4031-A4F3-FFDF97C0CA3B}"/>
              </a:ext>
            </a:extLst>
          </p:cNvPr>
          <p:cNvSpPr>
            <a:spLocks xmlns:a="http://schemas.openxmlformats.org/drawingml/2006/main" noGrp="1"/>
          </p:cNvSpPr>
          <p:nvPr/>
        </p:nvSpPr>
        <p:spPr>
          <a:xfrm xmlns:a="http://schemas.openxmlformats.org/drawingml/2006/main">
            <a:off x="7324725" y="45243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102E4C"/>
                </a:solidFill>
                <a:latin typeface="Arial"/>
                <a:ea typeface="Arial"/>
                <a:cs typeface="Arial"/>
              </a:defRPr>
            </a:defPPr>
            <a:lvl1pPr algn="l">
              <a:defRPr sz="1875" b="0">
                <a:solidFill>
                  <a:srgbClr val="102E4C"/>
                </a:solidFill>
                <a:latin typeface="Arial"/>
                <a:ea typeface="Arial"/>
                <a:cs typeface="Arial"/>
              </a:defRPr>
            </a:lvl1pPr>
            <a:lvl2pPr algn="l">
              <a:defRPr sz="1875" b="0">
                <a:solidFill>
                  <a:srgbClr val="102E4C"/>
                </a:solidFill>
                <a:latin typeface="Arial"/>
                <a:ea typeface="Arial"/>
                <a:cs typeface="Arial"/>
              </a:defRPr>
            </a:lvl2pPr>
            <a:lvl3pPr algn="l">
              <a:defRPr sz="1875" b="0">
                <a:solidFill>
                  <a:srgbClr val="102E4C"/>
                </a:solidFill>
                <a:latin typeface="Arial"/>
                <a:ea typeface="Arial"/>
                <a:cs typeface="Arial"/>
              </a:defRPr>
            </a:lvl3pPr>
            <a:lvl4pPr algn="l">
              <a:defRPr sz="1875" b="0">
                <a:solidFill>
                  <a:srgbClr val="102E4C"/>
                </a:solidFill>
                <a:latin typeface="Arial"/>
                <a:ea typeface="Arial"/>
                <a:cs typeface="Arial"/>
              </a:defRPr>
            </a:lvl4pPr>
            <a:lvl5pPr algn="l">
              <a:defRPr sz="1875" b="0">
                <a:solidFill>
                  <a:srgbClr val="102E4C"/>
                </a:solidFill>
                <a:latin typeface="Arial"/>
                <a:ea typeface="Arial"/>
                <a:cs typeface="Arial"/>
              </a:defRPr>
            </a:lvl5pPr>
            <a:lvl6pPr algn="l">
              <a:defRPr sz="1875" b="0">
                <a:solidFill>
                  <a:srgbClr val="102E4C"/>
                </a:solidFill>
                <a:latin typeface="Arial"/>
                <a:ea typeface="Arial"/>
                <a:cs typeface="Arial"/>
              </a:defRPr>
            </a:lvl6pPr>
            <a:lvl7pPr algn="l">
              <a:defRPr sz="1875" b="0">
                <a:solidFill>
                  <a:srgbClr val="102E4C"/>
                </a:solidFill>
                <a:latin typeface="Arial"/>
                <a:ea typeface="Arial"/>
                <a:cs typeface="Arial"/>
              </a:defRPr>
            </a:lvl7pPr>
            <a:lvl8pPr algn="l">
              <a:defRPr sz="1875" b="0">
                <a:solidFill>
                  <a:srgbClr val="102E4C"/>
                </a:solidFill>
                <a:latin typeface="Arial"/>
                <a:ea typeface="Arial"/>
                <a:cs typeface="Arial"/>
              </a:defRPr>
            </a:lvl8pPr>
            <a:lvl9pPr algn="l">
              <a:defRPr sz="1875" b="0">
                <a:solidFill>
                  <a:srgbClr val="102E4C"/>
                </a:solidFill>
                <a:latin typeface="Arial"/>
                <a:ea typeface="Arial"/>
                <a:cs typeface="Arial"/>
              </a:defRPr>
            </a:lvl9pPr>
          </a:lstStyle>
          <a:p xmlns:a="http://schemas.openxmlformats.org/drawingml/2006/main">
            <a:pPr algn="l">
              <a:defRPr sz="1875" b="0">
                <a:solidFill>
                  <a:srgbClr val="102E4C"/>
                </a:solidFill>
                <a:latin typeface="Arial"/>
                <a:ea typeface="Arial"/>
                <a:cs typeface="Arial"/>
              </a:defRPr>
            </a:pPr>
            <a:r>
              <a:rPr sz="1875" b="0">
                <a:solidFill>
                  <a:srgbClr val="102E4C"/>
                </a:solidFill>
                <a:latin typeface="Arial"/>
                <a:ea typeface="Arial"/>
                <a:cs typeface="Arial"/>
              </a:rPr>
              <a:t>Supplier management</a:t>
            </a:r>
          </a:p>
        </p:txBody>
      </p:sp>
      <p:sp>
        <p:nvSpPr>
          <p:cNvPr id="22" name="">
            <a:extLst xmlns:a="http://schemas.openxmlformats.org/drawingml/2006/main">
              <a:ext uri="{FF2B5EF4-FFF2-40B4-BE49-F238E27FC236}">
                <a16:creationId xmlns:a16="http://schemas.microsoft.com/office/drawing/2014/main" id="{4B79D98B-58E8-4987-BC42-82EEEC6C0119}"/>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Seven perspectives on one responsibility: protecting product quality</a:t>
            </a:r>
          </a:p>
        </p:txBody>
      </p:sp>
    </p:spTree>
    <p:extLst>
      <p:ext uri="{BB962C8B-B14F-4D97-AF65-F5344CB8AC3E}">
        <p14:creationId xmlns:p14="http://schemas.microsoft.com/office/powerpoint/2010/main" val="7122893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63A6B37-B483-4B31-B5C5-3CC2FC14EC5B}"/>
              </a:ext>
            </a:extLst>
          </p:cNvPr>
          <p:cNvCxnSpPr>
            <a:stCxn xmlns:a="http://schemas.openxmlformats.org/drawingml/2006/main" id="14" idx="3"/>
            <a:endCxn xmlns:a="http://schemas.openxmlformats.org/drawingml/2006/main" id="16" idx="1"/>
          </p:cNvCxnSpPr>
          <p:nvPr/>
        </p:nvCxnSpPr>
        <p:spPr>
          <a:xfrm xmlns:a="http://schemas.openxmlformats.org/drawingml/2006/main">
            <a:off x="9277350" y="4171950"/>
            <a:ext cx="2095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A405C2D7-246D-488A-987E-2C6E161FF078}"/>
              </a:ext>
            </a:extLst>
          </p:cNvPr>
          <p:cNvCxnSpPr>
            <a:stCxn xmlns:a="http://schemas.openxmlformats.org/drawingml/2006/main" id="12" idx="3"/>
            <a:endCxn xmlns:a="http://schemas.openxmlformats.org/drawingml/2006/main" id="14" idx="1"/>
          </p:cNvCxnSpPr>
          <p:nvPr/>
        </p:nvCxnSpPr>
        <p:spPr>
          <a:xfrm xmlns:a="http://schemas.openxmlformats.org/drawingml/2006/main">
            <a:off x="7058025" y="4171950"/>
            <a:ext cx="2095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D4BC0A1-C0D9-4D4E-8D19-8D00517BC916}"/>
              </a:ext>
            </a:extLst>
          </p:cNvPr>
          <p:cNvCxnSpPr>
            <a:stCxn xmlns:a="http://schemas.openxmlformats.org/drawingml/2006/main" id="10" idx="3"/>
            <a:endCxn xmlns:a="http://schemas.openxmlformats.org/drawingml/2006/main" id="12" idx="1"/>
          </p:cNvCxnSpPr>
          <p:nvPr/>
        </p:nvCxnSpPr>
        <p:spPr>
          <a:xfrm xmlns:a="http://schemas.openxmlformats.org/drawingml/2006/main">
            <a:off x="4838700" y="4171950"/>
            <a:ext cx="2095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A7F1E03D-128C-4AB7-B793-FF5AD7D50E12}"/>
              </a:ext>
            </a:extLst>
          </p:cNvPr>
          <p:cNvCxnSpPr>
            <a:stCxn xmlns:a="http://schemas.openxmlformats.org/drawingml/2006/main" id="8" idx="3"/>
            <a:endCxn xmlns:a="http://schemas.openxmlformats.org/drawingml/2006/main" id="10" idx="1"/>
          </p:cNvCxnSpPr>
          <p:nvPr/>
        </p:nvCxnSpPr>
        <p:spPr>
          <a:xfrm xmlns:a="http://schemas.openxmlformats.org/drawingml/2006/main">
            <a:off x="2619375" y="4171950"/>
            <a:ext cx="2095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4" name="">
            <a:extLst xmlns:a="http://schemas.openxmlformats.org/drawingml/2006/main">
              <a:ext uri="{FF2B5EF4-FFF2-40B4-BE49-F238E27FC236}">
                <a16:creationId xmlns:a16="http://schemas.microsoft.com/office/drawing/2014/main" id="{A5016736-3E48-43CF-9445-C123F29F93E3}"/>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BF049F05-2213-4392-A375-52605E0A3899}"/>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FCB3EB03-9B6C-455A-B6F5-355377A62720}"/>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01 / DEFINING GDP</a:t>
            </a:r>
          </a:p>
        </p:txBody>
      </p:sp>
      <p:sp>
        <p:nvSpPr>
          <p:cNvPr id="4" name="">
            <a:extLst xmlns:a="http://schemas.openxmlformats.org/drawingml/2006/main">
              <a:ext uri="{FF2B5EF4-FFF2-40B4-BE49-F238E27FC236}">
                <a16:creationId xmlns:a16="http://schemas.microsoft.com/office/drawing/2014/main" id="{AE24D462-88E9-4E3C-8AB6-170553D76640}"/>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What is GDP?</a:t>
            </a:r>
          </a:p>
        </p:txBody>
      </p:sp>
      <p:sp>
        <p:nvSpPr>
          <p:cNvPr id="5" name="">
            <a:extLst xmlns:a="http://schemas.openxmlformats.org/drawingml/2006/main">
              <a:ext uri="{FF2B5EF4-FFF2-40B4-BE49-F238E27FC236}">
                <a16:creationId xmlns:a16="http://schemas.microsoft.com/office/drawing/2014/main" id="{1D49EA6A-6AC4-4FDE-B9B7-93CC6C41F851}"/>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03 / 26</a:t>
            </a:r>
          </a:p>
        </p:txBody>
      </p:sp>
      <p:sp>
        <p:nvSpPr>
          <p:cNvPr id="6" name="">
            <a:extLst xmlns:a="http://schemas.openxmlformats.org/drawingml/2006/main">
              <a:ext uri="{FF2B5EF4-FFF2-40B4-BE49-F238E27FC236}">
                <a16:creationId xmlns:a16="http://schemas.microsoft.com/office/drawing/2014/main" id="{0576590C-EA2D-49E2-9B2E-C1CED6B29960}"/>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0C6C3A30-0A7C-4303-AAFA-1E35D047F923}"/>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A quality system that protects pharmaceutical products throughout distribution.</a:t>
            </a:r>
          </a:p>
        </p:txBody>
      </p:sp>
      <p:sp>
        <p:nvSpPr>
          <p:cNvPr id="8" name="">
            <a:extLst xmlns:a="http://schemas.openxmlformats.org/drawingml/2006/main">
              <a:ext uri="{FF2B5EF4-FFF2-40B4-BE49-F238E27FC236}">
                <a16:creationId xmlns:a16="http://schemas.microsoft.com/office/drawing/2014/main" id="{AB2ED76D-6AEC-42AE-BF62-5C296CD6D50D}"/>
              </a:ext>
            </a:extLst>
          </p:cNvPr>
          <p:cNvSpPr>
            <a:spLocks xmlns:a="http://schemas.openxmlformats.org/drawingml/2006/main" noGrp="1"/>
          </p:cNvSpPr>
          <p:nvPr/>
        </p:nvSpPr>
        <p:spPr>
          <a:xfrm xmlns:a="http://schemas.openxmlformats.org/drawingml/2006/main">
            <a:off x="609600" y="3676650"/>
            <a:ext cx="2009775" cy="9906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7A3378-FBC7-4BC1-8EBE-44EBAA86B0F5}"/>
              </a:ext>
            </a:extLst>
          </p:cNvPr>
          <p:cNvSpPr>
            <a:spLocks xmlns:a="http://schemas.openxmlformats.org/drawingml/2006/main" noGrp="1"/>
          </p:cNvSpPr>
          <p:nvPr/>
        </p:nvSpPr>
        <p:spPr>
          <a:xfrm xmlns:a="http://schemas.openxmlformats.org/drawingml/2006/main">
            <a:off x="781050" y="3838575"/>
            <a:ext cx="1666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Manufacturer</a:t>
            </a:r>
          </a:p>
        </p:txBody>
      </p:sp>
      <p:sp>
        <p:nvSpPr>
          <p:cNvPr id="10" name="">
            <a:extLst xmlns:a="http://schemas.openxmlformats.org/drawingml/2006/main">
              <a:ext uri="{FF2B5EF4-FFF2-40B4-BE49-F238E27FC236}">
                <a16:creationId xmlns:a16="http://schemas.microsoft.com/office/drawing/2014/main" id="{D092CA96-357C-4AFE-8B9A-D72B4ECFF1D8}"/>
              </a:ext>
            </a:extLst>
          </p:cNvPr>
          <p:cNvSpPr>
            <a:spLocks xmlns:a="http://schemas.openxmlformats.org/drawingml/2006/main" noGrp="1"/>
          </p:cNvSpPr>
          <p:nvPr/>
        </p:nvSpPr>
        <p:spPr>
          <a:xfrm xmlns:a="http://schemas.openxmlformats.org/drawingml/2006/main">
            <a:off x="2828925" y="3676650"/>
            <a:ext cx="2009775" cy="9906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D9B375-3DB6-44FA-BB3B-A9A5D556E65D}"/>
              </a:ext>
            </a:extLst>
          </p:cNvPr>
          <p:cNvSpPr>
            <a:spLocks xmlns:a="http://schemas.openxmlformats.org/drawingml/2006/main" noGrp="1"/>
          </p:cNvSpPr>
          <p:nvPr/>
        </p:nvSpPr>
        <p:spPr>
          <a:xfrm xmlns:a="http://schemas.openxmlformats.org/drawingml/2006/main">
            <a:off x="3000375" y="3838575"/>
            <a:ext cx="1666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Warehouse</a:t>
            </a:r>
          </a:p>
        </p:txBody>
      </p:sp>
      <p:sp>
        <p:nvSpPr>
          <p:cNvPr id="12" name="">
            <a:extLst xmlns:a="http://schemas.openxmlformats.org/drawingml/2006/main">
              <a:ext uri="{FF2B5EF4-FFF2-40B4-BE49-F238E27FC236}">
                <a16:creationId xmlns:a16="http://schemas.microsoft.com/office/drawing/2014/main" id="{903D8F35-9888-4E8E-B7FE-12FE78510ED3}"/>
              </a:ext>
            </a:extLst>
          </p:cNvPr>
          <p:cNvSpPr>
            <a:spLocks xmlns:a="http://schemas.openxmlformats.org/drawingml/2006/main" noGrp="1"/>
          </p:cNvSpPr>
          <p:nvPr/>
        </p:nvSpPr>
        <p:spPr>
          <a:xfrm xmlns:a="http://schemas.openxmlformats.org/drawingml/2006/main">
            <a:off x="5048250" y="3676650"/>
            <a:ext cx="2009775" cy="9906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18A4226-C13A-4D30-AEF1-38127DB2A614}"/>
              </a:ext>
            </a:extLst>
          </p:cNvPr>
          <p:cNvSpPr>
            <a:spLocks xmlns:a="http://schemas.openxmlformats.org/drawingml/2006/main" noGrp="1"/>
          </p:cNvSpPr>
          <p:nvPr/>
        </p:nvSpPr>
        <p:spPr>
          <a:xfrm xmlns:a="http://schemas.openxmlformats.org/drawingml/2006/main">
            <a:off x="5219700" y="3838575"/>
            <a:ext cx="1666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Transport</a:t>
            </a:r>
          </a:p>
        </p:txBody>
      </p:sp>
      <p:sp>
        <p:nvSpPr>
          <p:cNvPr id="14" name="">
            <a:extLst xmlns:a="http://schemas.openxmlformats.org/drawingml/2006/main">
              <a:ext uri="{FF2B5EF4-FFF2-40B4-BE49-F238E27FC236}">
                <a16:creationId xmlns:a16="http://schemas.microsoft.com/office/drawing/2014/main" id="{427C3FD9-6084-41A9-82B4-9ABB3BB6D98A}"/>
              </a:ext>
            </a:extLst>
          </p:cNvPr>
          <p:cNvSpPr>
            <a:spLocks xmlns:a="http://schemas.openxmlformats.org/drawingml/2006/main" noGrp="1"/>
          </p:cNvSpPr>
          <p:nvPr/>
        </p:nvSpPr>
        <p:spPr>
          <a:xfrm xmlns:a="http://schemas.openxmlformats.org/drawingml/2006/main">
            <a:off x="7267575" y="3676650"/>
            <a:ext cx="2009775" cy="9906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5BC2064-9E80-4149-9B83-CB3FD4FA7047}"/>
              </a:ext>
            </a:extLst>
          </p:cNvPr>
          <p:cNvSpPr>
            <a:spLocks xmlns:a="http://schemas.openxmlformats.org/drawingml/2006/main" noGrp="1"/>
          </p:cNvSpPr>
          <p:nvPr/>
        </p:nvSpPr>
        <p:spPr>
          <a:xfrm xmlns:a="http://schemas.openxmlformats.org/drawingml/2006/main">
            <a:off x="7439025" y="3838575"/>
            <a:ext cx="1666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Customer</a:t>
            </a:r>
          </a:p>
        </p:txBody>
      </p:sp>
      <p:sp>
        <p:nvSpPr>
          <p:cNvPr id="16" name="">
            <a:extLst xmlns:a="http://schemas.openxmlformats.org/drawingml/2006/main">
              <a:ext uri="{FF2B5EF4-FFF2-40B4-BE49-F238E27FC236}">
                <a16:creationId xmlns:a16="http://schemas.microsoft.com/office/drawing/2014/main" id="{3F69B069-480E-466D-BA2D-0CCC47D3B9AB}"/>
              </a:ext>
            </a:extLst>
          </p:cNvPr>
          <p:cNvSpPr>
            <a:spLocks xmlns:a="http://schemas.openxmlformats.org/drawingml/2006/main" noGrp="1"/>
          </p:cNvSpPr>
          <p:nvPr/>
        </p:nvSpPr>
        <p:spPr>
          <a:xfrm xmlns:a="http://schemas.openxmlformats.org/drawingml/2006/main">
            <a:off x="9486900" y="3676650"/>
            <a:ext cx="2009775" cy="99060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CAC4AF8-BCA4-4B69-BF19-C89C0836F48F}"/>
              </a:ext>
            </a:extLst>
          </p:cNvPr>
          <p:cNvSpPr>
            <a:spLocks xmlns:a="http://schemas.openxmlformats.org/drawingml/2006/main" noGrp="1"/>
          </p:cNvSpPr>
          <p:nvPr/>
        </p:nvSpPr>
        <p:spPr>
          <a:xfrm xmlns:a="http://schemas.openxmlformats.org/drawingml/2006/main">
            <a:off x="9658350" y="3838575"/>
            <a:ext cx="1666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Patient</a:t>
            </a:r>
          </a:p>
        </p:txBody>
      </p:sp>
      <p:sp>
        <p:nvSpPr>
          <p:cNvPr id="22" name="">
            <a:extLst xmlns:a="http://schemas.openxmlformats.org/drawingml/2006/main">
              <a:ext uri="{FF2B5EF4-FFF2-40B4-BE49-F238E27FC236}">
                <a16:creationId xmlns:a16="http://schemas.microsoft.com/office/drawing/2014/main" id="{8C60033C-07B8-4452-9F04-03A058A50814}"/>
              </a:ext>
            </a:extLst>
          </p:cNvPr>
          <p:cNvSpPr>
            <a:spLocks xmlns:a="http://schemas.openxmlformats.org/drawingml/2006/main" noGrp="1"/>
          </p:cNvSpPr>
          <p:nvPr/>
        </p:nvSpPr>
        <p:spPr>
          <a:xfrm xmlns:a="http://schemas.openxmlformats.org/drawingml/2006/main">
            <a:off x="609600" y="5095875"/>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778B7"/>
                </a:solidFill>
                <a:latin typeface="Arial"/>
                <a:ea typeface="Arial"/>
                <a:cs typeface="Arial"/>
              </a:defRPr>
            </a:defPPr>
            <a:lvl1pPr algn="l">
              <a:defRPr sz="2325" b="1">
                <a:solidFill>
                  <a:srgbClr val="1778B7"/>
                </a:solidFill>
                <a:latin typeface="Arial"/>
                <a:ea typeface="Arial"/>
                <a:cs typeface="Arial"/>
              </a:defRPr>
            </a:lvl1pPr>
            <a:lvl2pPr algn="l">
              <a:defRPr sz="2325" b="1">
                <a:solidFill>
                  <a:srgbClr val="1778B7"/>
                </a:solidFill>
                <a:latin typeface="Arial"/>
                <a:ea typeface="Arial"/>
                <a:cs typeface="Arial"/>
              </a:defRPr>
            </a:lvl2pPr>
            <a:lvl3pPr algn="l">
              <a:defRPr sz="2325" b="1">
                <a:solidFill>
                  <a:srgbClr val="1778B7"/>
                </a:solidFill>
                <a:latin typeface="Arial"/>
                <a:ea typeface="Arial"/>
                <a:cs typeface="Arial"/>
              </a:defRPr>
            </a:lvl3pPr>
            <a:lvl4pPr algn="l">
              <a:defRPr sz="2325" b="1">
                <a:solidFill>
                  <a:srgbClr val="1778B7"/>
                </a:solidFill>
                <a:latin typeface="Arial"/>
                <a:ea typeface="Arial"/>
                <a:cs typeface="Arial"/>
              </a:defRPr>
            </a:lvl4pPr>
            <a:lvl5pPr algn="l">
              <a:defRPr sz="2325" b="1">
                <a:solidFill>
                  <a:srgbClr val="1778B7"/>
                </a:solidFill>
                <a:latin typeface="Arial"/>
                <a:ea typeface="Arial"/>
                <a:cs typeface="Arial"/>
              </a:defRPr>
            </a:lvl5pPr>
            <a:lvl6pPr algn="l">
              <a:defRPr sz="2325" b="1">
                <a:solidFill>
                  <a:srgbClr val="1778B7"/>
                </a:solidFill>
                <a:latin typeface="Arial"/>
                <a:ea typeface="Arial"/>
                <a:cs typeface="Arial"/>
              </a:defRPr>
            </a:lvl6pPr>
            <a:lvl7pPr algn="l">
              <a:defRPr sz="2325" b="1">
                <a:solidFill>
                  <a:srgbClr val="1778B7"/>
                </a:solidFill>
                <a:latin typeface="Arial"/>
                <a:ea typeface="Arial"/>
                <a:cs typeface="Arial"/>
              </a:defRPr>
            </a:lvl7pPr>
            <a:lvl8pPr algn="l">
              <a:defRPr sz="2325" b="1">
                <a:solidFill>
                  <a:srgbClr val="1778B7"/>
                </a:solidFill>
                <a:latin typeface="Arial"/>
                <a:ea typeface="Arial"/>
                <a:cs typeface="Arial"/>
              </a:defRPr>
            </a:lvl8pPr>
            <a:lvl9pPr algn="l">
              <a:defRPr sz="2325" b="1">
                <a:solidFill>
                  <a:srgbClr val="1778B7"/>
                </a:solidFill>
                <a:latin typeface="Arial"/>
                <a:ea typeface="Arial"/>
                <a:cs typeface="Arial"/>
              </a:defRPr>
            </a:lvl9pPr>
          </a:lstStyle>
          <a:p xmlns:a="http://schemas.openxmlformats.org/drawingml/2006/main">
            <a:pPr algn="l">
              <a:defRPr sz="2325" b="1">
                <a:solidFill>
                  <a:srgbClr val="1778B7"/>
                </a:solidFill>
                <a:latin typeface="Arial"/>
                <a:ea typeface="Arial"/>
                <a:cs typeface="Arial"/>
              </a:defRPr>
            </a:pPr>
            <a:r>
              <a:rPr sz="2325" b="1">
                <a:solidFill>
                  <a:srgbClr val="1778B7"/>
                </a:solidFill>
                <a:latin typeface="Arial"/>
                <a:ea typeface="Arial"/>
                <a:cs typeface="Arial"/>
              </a:rPr>
              <a:t>Quality, safety and efficacy</a:t>
            </a:r>
          </a:p>
        </p:txBody>
      </p:sp>
      <p:sp>
        <p:nvSpPr>
          <p:cNvPr id="23" name="">
            <a:extLst xmlns:a="http://schemas.openxmlformats.org/drawingml/2006/main">
              <a:ext uri="{FF2B5EF4-FFF2-40B4-BE49-F238E27FC236}">
                <a16:creationId xmlns:a16="http://schemas.microsoft.com/office/drawing/2014/main" id="{2A6EF0A4-6A4B-494F-9EA9-7E6F17346C28}"/>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Every handover must preserve the quality of the product</a:t>
            </a:r>
          </a:p>
        </p:txBody>
      </p:sp>
    </p:spTree>
    <p:extLst>
      <p:ext uri="{BB962C8B-B14F-4D97-AF65-F5344CB8AC3E}">
        <p14:creationId xmlns:p14="http://schemas.microsoft.com/office/powerpoint/2010/main" val="11469026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ADBA739-D19F-409A-AB7E-BF7819099703}"/>
              </a:ext>
            </a:extLst>
          </p:cNvPr>
          <p:cNvCxnSpPr>
            <a:stCxn xmlns:a="http://schemas.openxmlformats.org/drawingml/2006/main" id="15" idx="1"/>
            <a:endCxn xmlns:a="http://schemas.openxmlformats.org/drawingml/2006/main" id="7" idx="3"/>
          </p:cNvCxnSpPr>
          <p:nvPr/>
        </p:nvCxnSpPr>
        <p:spPr>
          <a:xfrm xmlns:a="http://schemas.openxmlformats.org/drawingml/2006/main" flipH="1" flipV="1">
            <a:off x="7620000" y="3733800"/>
            <a:ext cx="809625" cy="1166813"/>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0805E8F5-2307-493D-A381-EDF86D130163}"/>
              </a:ext>
            </a:extLst>
          </p:cNvPr>
          <p:cNvCxnSpPr>
            <a:stCxn xmlns:a="http://schemas.openxmlformats.org/drawingml/2006/main" id="13" idx="1"/>
            <a:endCxn xmlns:a="http://schemas.openxmlformats.org/drawingml/2006/main" id="7" idx="3"/>
          </p:cNvCxnSpPr>
          <p:nvPr/>
        </p:nvCxnSpPr>
        <p:spPr>
          <a:xfrm xmlns:a="http://schemas.openxmlformats.org/drawingml/2006/main" flipH="1">
            <a:off x="7620000" y="3119438"/>
            <a:ext cx="809625" cy="614363"/>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424E1E22-90D0-47C1-AEEA-2F28217E9239}"/>
              </a:ext>
            </a:extLst>
          </p:cNvPr>
          <p:cNvCxnSpPr>
            <a:stCxn xmlns:a="http://schemas.openxmlformats.org/drawingml/2006/main" id="11" idx="3"/>
            <a:endCxn xmlns:a="http://schemas.openxmlformats.org/drawingml/2006/main" id="7" idx="1"/>
          </p:cNvCxnSpPr>
          <p:nvPr/>
        </p:nvCxnSpPr>
        <p:spPr>
          <a:xfrm xmlns:a="http://schemas.openxmlformats.org/drawingml/2006/main" flipV="1">
            <a:off x="3752850" y="3733800"/>
            <a:ext cx="819150" cy="1166813"/>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4CA1DF70-2253-4064-BFB2-3BBA20DD6B91}"/>
              </a:ext>
            </a:extLst>
          </p:cNvPr>
          <p:cNvCxnSpPr>
            <a:stCxn xmlns:a="http://schemas.openxmlformats.org/drawingml/2006/main" id="9" idx="3"/>
            <a:endCxn xmlns:a="http://schemas.openxmlformats.org/drawingml/2006/main" id="7" idx="1"/>
          </p:cNvCxnSpPr>
          <p:nvPr/>
        </p:nvCxnSpPr>
        <p:spPr>
          <a:xfrm xmlns:a="http://schemas.openxmlformats.org/drawingml/2006/main">
            <a:off x="3752850" y="3119438"/>
            <a:ext cx="819150" cy="614363"/>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A056F10-B174-4139-A495-DC5D62680976}"/>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972C2FF6-9D24-4D30-921E-DC966C8749DA}"/>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90AF6AD4-9E92-48DB-9B49-B50832770F4A}"/>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01 / DEFINING GDP</a:t>
            </a:r>
          </a:p>
        </p:txBody>
      </p:sp>
      <p:sp>
        <p:nvSpPr>
          <p:cNvPr id="4" name="">
            <a:extLst xmlns:a="http://schemas.openxmlformats.org/drawingml/2006/main">
              <a:ext uri="{FF2B5EF4-FFF2-40B4-BE49-F238E27FC236}">
                <a16:creationId xmlns:a16="http://schemas.microsoft.com/office/drawing/2014/main" id="{5FDB53D2-0135-4846-8262-B06195E437E0}"/>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Why GDP matters</a:t>
            </a:r>
          </a:p>
        </p:txBody>
      </p:sp>
      <p:sp>
        <p:nvSpPr>
          <p:cNvPr id="5" name="">
            <a:extLst xmlns:a="http://schemas.openxmlformats.org/drawingml/2006/main">
              <a:ext uri="{FF2B5EF4-FFF2-40B4-BE49-F238E27FC236}">
                <a16:creationId xmlns:a16="http://schemas.microsoft.com/office/drawing/2014/main" id="{4C0B4B3D-5D2A-487E-8E58-29E0AE7BF1E4}"/>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04 / 26</a:t>
            </a:r>
          </a:p>
        </p:txBody>
      </p:sp>
      <p:sp>
        <p:nvSpPr>
          <p:cNvPr id="6" name="">
            <a:extLst xmlns:a="http://schemas.openxmlformats.org/drawingml/2006/main">
              <a:ext uri="{FF2B5EF4-FFF2-40B4-BE49-F238E27FC236}">
                <a16:creationId xmlns:a16="http://schemas.microsoft.com/office/drawing/2014/main" id="{5050BE77-5BE0-499D-A276-354636649B39}"/>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30C39A9F-E874-4934-90EC-C5404CA447E7}"/>
              </a:ext>
            </a:extLst>
          </p:cNvPr>
          <p:cNvSpPr>
            <a:spLocks xmlns:a="http://schemas.openxmlformats.org/drawingml/2006/main" noGrp="1"/>
          </p:cNvSpPr>
          <p:nvPr/>
        </p:nvSpPr>
        <p:spPr>
          <a:xfrm xmlns:a="http://schemas.openxmlformats.org/drawingml/2006/main">
            <a:off x="4572000" y="3114675"/>
            <a:ext cx="3048000" cy="123825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71E697-6F06-4755-B264-ECBA768074D5}"/>
              </a:ext>
            </a:extLst>
          </p:cNvPr>
          <p:cNvSpPr>
            <a:spLocks xmlns:a="http://schemas.openxmlformats.org/drawingml/2006/main" noGrp="1"/>
          </p:cNvSpPr>
          <p:nvPr/>
        </p:nvSpPr>
        <p:spPr>
          <a:xfrm xmlns:a="http://schemas.openxmlformats.org/drawingml/2006/main">
            <a:off x="4743450" y="3276600"/>
            <a:ext cx="27051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PATIENT</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SAFETY</a:t>
            </a:r>
          </a:p>
        </p:txBody>
      </p:sp>
      <p:sp>
        <p:nvSpPr>
          <p:cNvPr id="9" name="">
            <a:extLst xmlns:a="http://schemas.openxmlformats.org/drawingml/2006/main">
              <a:ext uri="{FF2B5EF4-FFF2-40B4-BE49-F238E27FC236}">
                <a16:creationId xmlns:a16="http://schemas.microsoft.com/office/drawing/2014/main" id="{7A215405-FE91-4A0D-A6D5-AB07B6B3DDDE}"/>
              </a:ext>
            </a:extLst>
          </p:cNvPr>
          <p:cNvSpPr>
            <a:spLocks xmlns:a="http://schemas.openxmlformats.org/drawingml/2006/main" noGrp="1"/>
          </p:cNvSpPr>
          <p:nvPr/>
        </p:nvSpPr>
        <p:spPr>
          <a:xfrm xmlns:a="http://schemas.openxmlformats.org/drawingml/2006/main">
            <a:off x="609600" y="2714625"/>
            <a:ext cx="3143250" cy="8096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DAFE8E-5A40-44C7-8127-7447AB06FCFF}"/>
              </a:ext>
            </a:extLst>
          </p:cNvPr>
          <p:cNvSpPr>
            <a:spLocks xmlns:a="http://schemas.openxmlformats.org/drawingml/2006/main" noGrp="1"/>
          </p:cNvSpPr>
          <p:nvPr/>
        </p:nvSpPr>
        <p:spPr>
          <a:xfrm xmlns:a="http://schemas.openxmlformats.org/drawingml/2006/main">
            <a:off x="781050" y="2876550"/>
            <a:ext cx="2800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Product integrity</a:t>
            </a:r>
          </a:p>
        </p:txBody>
      </p:sp>
      <p:sp>
        <p:nvSpPr>
          <p:cNvPr id="11" name="">
            <a:extLst xmlns:a="http://schemas.openxmlformats.org/drawingml/2006/main">
              <a:ext uri="{FF2B5EF4-FFF2-40B4-BE49-F238E27FC236}">
                <a16:creationId xmlns:a16="http://schemas.microsoft.com/office/drawing/2014/main" id="{E477A846-0D7F-42F5-8D18-97D2DC944A22}"/>
              </a:ext>
            </a:extLst>
          </p:cNvPr>
          <p:cNvSpPr>
            <a:spLocks xmlns:a="http://schemas.openxmlformats.org/drawingml/2006/main" noGrp="1"/>
          </p:cNvSpPr>
          <p:nvPr/>
        </p:nvSpPr>
        <p:spPr>
          <a:xfrm xmlns:a="http://schemas.openxmlformats.org/drawingml/2006/main">
            <a:off x="609600" y="4495800"/>
            <a:ext cx="3143250" cy="8096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E336D8-14E8-4AB1-AC42-C98026BEF6B6}"/>
              </a:ext>
            </a:extLst>
          </p:cNvPr>
          <p:cNvSpPr>
            <a:spLocks xmlns:a="http://schemas.openxmlformats.org/drawingml/2006/main" noGrp="1"/>
          </p:cNvSpPr>
          <p:nvPr/>
        </p:nvSpPr>
        <p:spPr>
          <a:xfrm xmlns:a="http://schemas.openxmlformats.org/drawingml/2006/main">
            <a:off x="781050" y="4657725"/>
            <a:ext cx="2800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Authenticity</a:t>
            </a:r>
          </a:p>
        </p:txBody>
      </p:sp>
      <p:sp>
        <p:nvSpPr>
          <p:cNvPr id="13" name="">
            <a:extLst xmlns:a="http://schemas.openxmlformats.org/drawingml/2006/main">
              <a:ext uri="{FF2B5EF4-FFF2-40B4-BE49-F238E27FC236}">
                <a16:creationId xmlns:a16="http://schemas.microsoft.com/office/drawing/2014/main" id="{2F28BB89-D5B1-4D4D-925C-FF7C17F9214B}"/>
              </a:ext>
            </a:extLst>
          </p:cNvPr>
          <p:cNvSpPr>
            <a:spLocks xmlns:a="http://schemas.openxmlformats.org/drawingml/2006/main" noGrp="1"/>
          </p:cNvSpPr>
          <p:nvPr/>
        </p:nvSpPr>
        <p:spPr>
          <a:xfrm xmlns:a="http://schemas.openxmlformats.org/drawingml/2006/main">
            <a:off x="8429625" y="2714625"/>
            <a:ext cx="3143250" cy="8096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0DA115-C699-40A7-9AAD-877A0E1CF0C2}"/>
              </a:ext>
            </a:extLst>
          </p:cNvPr>
          <p:cNvSpPr>
            <a:spLocks xmlns:a="http://schemas.openxmlformats.org/drawingml/2006/main" noGrp="1"/>
          </p:cNvSpPr>
          <p:nvPr/>
        </p:nvSpPr>
        <p:spPr>
          <a:xfrm xmlns:a="http://schemas.openxmlformats.org/drawingml/2006/main">
            <a:off x="8601075" y="2876550"/>
            <a:ext cx="2800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Counterfeit prevention</a:t>
            </a:r>
          </a:p>
        </p:txBody>
      </p:sp>
      <p:sp>
        <p:nvSpPr>
          <p:cNvPr id="15" name="">
            <a:extLst xmlns:a="http://schemas.openxmlformats.org/drawingml/2006/main">
              <a:ext uri="{FF2B5EF4-FFF2-40B4-BE49-F238E27FC236}">
                <a16:creationId xmlns:a16="http://schemas.microsoft.com/office/drawing/2014/main" id="{BC4B5355-CD2F-4175-850F-6AEB9D0E641D}"/>
              </a:ext>
            </a:extLst>
          </p:cNvPr>
          <p:cNvSpPr>
            <a:spLocks xmlns:a="http://schemas.openxmlformats.org/drawingml/2006/main" noGrp="1"/>
          </p:cNvSpPr>
          <p:nvPr/>
        </p:nvSpPr>
        <p:spPr>
          <a:xfrm xmlns:a="http://schemas.openxmlformats.org/drawingml/2006/main">
            <a:off x="8429625" y="4495800"/>
            <a:ext cx="3143250" cy="8096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72D3B3-D091-419D-9AC3-870A6C35A81A}"/>
              </a:ext>
            </a:extLst>
          </p:cNvPr>
          <p:cNvSpPr>
            <a:spLocks xmlns:a="http://schemas.openxmlformats.org/drawingml/2006/main" noGrp="1"/>
          </p:cNvSpPr>
          <p:nvPr/>
        </p:nvSpPr>
        <p:spPr>
          <a:xfrm xmlns:a="http://schemas.openxmlformats.org/drawingml/2006/main">
            <a:off x="8601075" y="4657725"/>
            <a:ext cx="2800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Regulatory compliance</a:t>
            </a:r>
          </a:p>
        </p:txBody>
      </p:sp>
      <p:sp>
        <p:nvSpPr>
          <p:cNvPr id="21" name="">
            <a:extLst xmlns:a="http://schemas.openxmlformats.org/drawingml/2006/main">
              <a:ext uri="{FF2B5EF4-FFF2-40B4-BE49-F238E27FC236}">
                <a16:creationId xmlns:a16="http://schemas.microsoft.com/office/drawing/2014/main" id="{288A51E2-31D6-4FF6-9ABB-676E0C2BC48A}"/>
              </a:ext>
            </a:extLst>
          </p:cNvPr>
          <p:cNvSpPr>
            <a:spLocks xmlns:a="http://schemas.openxmlformats.org/drawingml/2006/main" noGrp="1"/>
          </p:cNvSpPr>
          <p:nvPr/>
        </p:nvSpPr>
        <p:spPr>
          <a:xfrm xmlns:a="http://schemas.openxmlformats.org/drawingml/2006/main">
            <a:off x="2076450" y="5572125"/>
            <a:ext cx="8048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725" b="0">
                <a:solidFill>
                  <a:srgbClr val="657B8F"/>
                </a:solidFill>
                <a:latin typeface="Arial"/>
                <a:ea typeface="Arial"/>
                <a:cs typeface="Arial"/>
              </a:defRPr>
            </a:defPPr>
            <a:lvl1pPr algn="ctr">
              <a:defRPr sz="1725" b="0">
                <a:solidFill>
                  <a:srgbClr val="657B8F"/>
                </a:solidFill>
                <a:latin typeface="Arial"/>
                <a:ea typeface="Arial"/>
                <a:cs typeface="Arial"/>
              </a:defRPr>
            </a:lvl1pPr>
            <a:lvl2pPr algn="ctr">
              <a:defRPr sz="1725" b="0">
                <a:solidFill>
                  <a:srgbClr val="657B8F"/>
                </a:solidFill>
                <a:latin typeface="Arial"/>
                <a:ea typeface="Arial"/>
                <a:cs typeface="Arial"/>
              </a:defRPr>
            </a:lvl2pPr>
            <a:lvl3pPr algn="ctr">
              <a:defRPr sz="1725" b="0">
                <a:solidFill>
                  <a:srgbClr val="657B8F"/>
                </a:solidFill>
                <a:latin typeface="Arial"/>
                <a:ea typeface="Arial"/>
                <a:cs typeface="Arial"/>
              </a:defRPr>
            </a:lvl3pPr>
            <a:lvl4pPr algn="ctr">
              <a:defRPr sz="1725" b="0">
                <a:solidFill>
                  <a:srgbClr val="657B8F"/>
                </a:solidFill>
                <a:latin typeface="Arial"/>
                <a:ea typeface="Arial"/>
                <a:cs typeface="Arial"/>
              </a:defRPr>
            </a:lvl4pPr>
            <a:lvl5pPr algn="ctr">
              <a:defRPr sz="1725" b="0">
                <a:solidFill>
                  <a:srgbClr val="657B8F"/>
                </a:solidFill>
                <a:latin typeface="Arial"/>
                <a:ea typeface="Arial"/>
                <a:cs typeface="Arial"/>
              </a:defRPr>
            </a:lvl5pPr>
            <a:lvl6pPr algn="ctr">
              <a:defRPr sz="1725" b="0">
                <a:solidFill>
                  <a:srgbClr val="657B8F"/>
                </a:solidFill>
                <a:latin typeface="Arial"/>
                <a:ea typeface="Arial"/>
                <a:cs typeface="Arial"/>
              </a:defRPr>
            </a:lvl6pPr>
            <a:lvl7pPr algn="ctr">
              <a:defRPr sz="1725" b="0">
                <a:solidFill>
                  <a:srgbClr val="657B8F"/>
                </a:solidFill>
                <a:latin typeface="Arial"/>
                <a:ea typeface="Arial"/>
                <a:cs typeface="Arial"/>
              </a:defRPr>
            </a:lvl7pPr>
            <a:lvl8pPr algn="ctr">
              <a:defRPr sz="1725" b="0">
                <a:solidFill>
                  <a:srgbClr val="657B8F"/>
                </a:solidFill>
                <a:latin typeface="Arial"/>
                <a:ea typeface="Arial"/>
                <a:cs typeface="Arial"/>
              </a:defRPr>
            </a:lvl8pPr>
            <a:lvl9pPr algn="ctr">
              <a:defRPr sz="1725" b="0">
                <a:solidFill>
                  <a:srgbClr val="657B8F"/>
                </a:solidFill>
                <a:latin typeface="Arial"/>
                <a:ea typeface="Arial"/>
                <a:cs typeface="Arial"/>
              </a:defRPr>
            </a:lvl9pPr>
          </a:lstStyle>
          <a:p xmlns:a="http://schemas.openxmlformats.org/drawingml/2006/main">
            <a:pPr algn="ctr">
              <a:defRPr sz="1725" b="0">
                <a:solidFill>
                  <a:srgbClr val="657B8F"/>
                </a:solidFill>
                <a:latin typeface="Arial"/>
                <a:ea typeface="Arial"/>
                <a:cs typeface="Arial"/>
              </a:defRPr>
            </a:pPr>
            <a:r>
              <a:rPr sz="1725" b="0">
                <a:solidFill>
                  <a:srgbClr val="657B8F"/>
                </a:solidFill>
                <a:latin typeface="Arial"/>
                <a:ea typeface="Arial"/>
                <a:cs typeface="Arial"/>
              </a:rPr>
              <a:t>A physician receiving Belotero® expects an authentic, properly handled product.</a:t>
            </a:r>
          </a:p>
        </p:txBody>
      </p:sp>
    </p:spTree>
    <p:extLst>
      <p:ext uri="{BB962C8B-B14F-4D97-AF65-F5344CB8AC3E}">
        <p14:creationId xmlns:p14="http://schemas.microsoft.com/office/powerpoint/2010/main" val="281173757"/>
      </p:ext>
    </p:extLst>
  </p:cSld>
</p:sld>
</file>

<file path=ppt/slides/slide5.xml><?xml version="1.0" encoding="utf-8"?>
<p:sld xmlns:p="http://schemas.openxmlformats.org/presentationml/2006/main">
  <p:cSld>
    <p:bg>
      <p:bgPr>
        <a:solidFill xmlns:a="http://schemas.openxmlformats.org/drawingml/2006/main">
          <a:srgbClr val="102E4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850F35-91E0-489D-8672-9A4AE89F8634}"/>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1FC80A5C-9394-4D33-A14B-5817F5685C50}"/>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71D1CF"/>
                </a:solidFill>
                <a:latin typeface="Arial"/>
                <a:ea typeface="Arial"/>
                <a:cs typeface="Arial"/>
              </a:defRPr>
            </a:defPPr>
            <a:lvl1pPr algn="l">
              <a:defRPr sz="900" b="0">
                <a:solidFill>
                  <a:srgbClr val="71D1CF"/>
                </a:solidFill>
                <a:latin typeface="Arial"/>
                <a:ea typeface="Arial"/>
                <a:cs typeface="Arial"/>
              </a:defRPr>
            </a:lvl1pPr>
            <a:lvl2pPr algn="l">
              <a:defRPr sz="900" b="0">
                <a:solidFill>
                  <a:srgbClr val="71D1CF"/>
                </a:solidFill>
                <a:latin typeface="Arial"/>
                <a:ea typeface="Arial"/>
                <a:cs typeface="Arial"/>
              </a:defRPr>
            </a:lvl2pPr>
            <a:lvl3pPr algn="l">
              <a:defRPr sz="900" b="0">
                <a:solidFill>
                  <a:srgbClr val="71D1CF"/>
                </a:solidFill>
                <a:latin typeface="Arial"/>
                <a:ea typeface="Arial"/>
                <a:cs typeface="Arial"/>
              </a:defRPr>
            </a:lvl3pPr>
            <a:lvl4pPr algn="l">
              <a:defRPr sz="900" b="0">
                <a:solidFill>
                  <a:srgbClr val="71D1CF"/>
                </a:solidFill>
                <a:latin typeface="Arial"/>
                <a:ea typeface="Arial"/>
                <a:cs typeface="Arial"/>
              </a:defRPr>
            </a:lvl4pPr>
            <a:lvl5pPr algn="l">
              <a:defRPr sz="900" b="0">
                <a:solidFill>
                  <a:srgbClr val="71D1CF"/>
                </a:solidFill>
                <a:latin typeface="Arial"/>
                <a:ea typeface="Arial"/>
                <a:cs typeface="Arial"/>
              </a:defRPr>
            </a:lvl5pPr>
            <a:lvl6pPr algn="l">
              <a:defRPr sz="900" b="0">
                <a:solidFill>
                  <a:srgbClr val="71D1CF"/>
                </a:solidFill>
                <a:latin typeface="Arial"/>
                <a:ea typeface="Arial"/>
                <a:cs typeface="Arial"/>
              </a:defRPr>
            </a:lvl6pPr>
            <a:lvl7pPr algn="l">
              <a:defRPr sz="900" b="0">
                <a:solidFill>
                  <a:srgbClr val="71D1CF"/>
                </a:solidFill>
                <a:latin typeface="Arial"/>
                <a:ea typeface="Arial"/>
                <a:cs typeface="Arial"/>
              </a:defRPr>
            </a:lvl7pPr>
            <a:lvl8pPr algn="l">
              <a:defRPr sz="900" b="0">
                <a:solidFill>
                  <a:srgbClr val="71D1CF"/>
                </a:solidFill>
                <a:latin typeface="Arial"/>
                <a:ea typeface="Arial"/>
                <a:cs typeface="Arial"/>
              </a:defRPr>
            </a:lvl8pPr>
            <a:lvl9pPr algn="l">
              <a:defRPr sz="900" b="0">
                <a:solidFill>
                  <a:srgbClr val="71D1CF"/>
                </a:solidFill>
                <a:latin typeface="Arial"/>
                <a:ea typeface="Arial"/>
                <a:cs typeface="Arial"/>
              </a:defRPr>
            </a:lvl9pPr>
          </a:lstStyle>
          <a:p xmlns:a="http://schemas.openxmlformats.org/drawingml/2006/main">
            <a:pPr algn="l">
              <a:defRPr sz="900" b="0">
                <a:solidFill>
                  <a:srgbClr val="71D1CF"/>
                </a:solidFill>
                <a:latin typeface="Arial"/>
                <a:ea typeface="Arial"/>
                <a:cs typeface="Arial"/>
              </a:defRPr>
            </a:pPr>
            <a:r>
              <a:rPr sz="900" b="0">
                <a:solidFill>
                  <a:srgbClr val="71D1C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B361CF0E-4E39-4DF6-9FF8-4E0469ECB5F0}"/>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71D1CF"/>
                </a:solidFill>
                <a:latin typeface="Arial"/>
                <a:ea typeface="Arial"/>
                <a:cs typeface="Arial"/>
              </a:defRPr>
            </a:defPPr>
            <a:lvl1pPr algn="l">
              <a:defRPr sz="1050" b="1">
                <a:solidFill>
                  <a:srgbClr val="71D1CF"/>
                </a:solidFill>
                <a:latin typeface="Arial"/>
                <a:ea typeface="Arial"/>
                <a:cs typeface="Arial"/>
              </a:defRPr>
            </a:lvl1pPr>
            <a:lvl2pPr algn="l">
              <a:defRPr sz="1050" b="1">
                <a:solidFill>
                  <a:srgbClr val="71D1CF"/>
                </a:solidFill>
                <a:latin typeface="Arial"/>
                <a:ea typeface="Arial"/>
                <a:cs typeface="Arial"/>
              </a:defRPr>
            </a:lvl2pPr>
            <a:lvl3pPr algn="l">
              <a:defRPr sz="1050" b="1">
                <a:solidFill>
                  <a:srgbClr val="71D1CF"/>
                </a:solidFill>
                <a:latin typeface="Arial"/>
                <a:ea typeface="Arial"/>
                <a:cs typeface="Arial"/>
              </a:defRPr>
            </a:lvl3pPr>
            <a:lvl4pPr algn="l">
              <a:defRPr sz="1050" b="1">
                <a:solidFill>
                  <a:srgbClr val="71D1CF"/>
                </a:solidFill>
                <a:latin typeface="Arial"/>
                <a:ea typeface="Arial"/>
                <a:cs typeface="Arial"/>
              </a:defRPr>
            </a:lvl4pPr>
            <a:lvl5pPr algn="l">
              <a:defRPr sz="1050" b="1">
                <a:solidFill>
                  <a:srgbClr val="71D1CF"/>
                </a:solidFill>
                <a:latin typeface="Arial"/>
                <a:ea typeface="Arial"/>
                <a:cs typeface="Arial"/>
              </a:defRPr>
            </a:lvl5pPr>
            <a:lvl6pPr algn="l">
              <a:defRPr sz="1050" b="1">
                <a:solidFill>
                  <a:srgbClr val="71D1CF"/>
                </a:solidFill>
                <a:latin typeface="Arial"/>
                <a:ea typeface="Arial"/>
                <a:cs typeface="Arial"/>
              </a:defRPr>
            </a:lvl6pPr>
            <a:lvl7pPr algn="l">
              <a:defRPr sz="1050" b="1">
                <a:solidFill>
                  <a:srgbClr val="71D1CF"/>
                </a:solidFill>
                <a:latin typeface="Arial"/>
                <a:ea typeface="Arial"/>
                <a:cs typeface="Arial"/>
              </a:defRPr>
            </a:lvl7pPr>
            <a:lvl8pPr algn="l">
              <a:defRPr sz="1050" b="1">
                <a:solidFill>
                  <a:srgbClr val="71D1CF"/>
                </a:solidFill>
                <a:latin typeface="Arial"/>
                <a:ea typeface="Arial"/>
                <a:cs typeface="Arial"/>
              </a:defRPr>
            </a:lvl8pPr>
            <a:lvl9pPr algn="l">
              <a:defRPr sz="1050" b="1">
                <a:solidFill>
                  <a:srgbClr val="71D1CF"/>
                </a:solidFill>
                <a:latin typeface="Arial"/>
                <a:ea typeface="Arial"/>
                <a:cs typeface="Arial"/>
              </a:defRPr>
            </a:lvl9pPr>
          </a:lstStyle>
          <a:p xmlns:a="http://schemas.openxmlformats.org/drawingml/2006/main">
            <a:pPr algn="l">
              <a:defRPr sz="1050" b="1">
                <a:solidFill>
                  <a:srgbClr val="71D1CF"/>
                </a:solidFill>
                <a:latin typeface="Arial"/>
                <a:ea typeface="Arial"/>
                <a:cs typeface="Arial"/>
              </a:defRPr>
            </a:pPr>
            <a:r>
              <a:rPr sz="1050" b="1">
                <a:solidFill>
                  <a:srgbClr val="71D1CF"/>
                </a:solidFill>
                <a:latin typeface="Arial"/>
                <a:ea typeface="Arial"/>
                <a:cs typeface="Arial"/>
              </a:rPr>
              <a:t>01 / DEFINING GDP</a:t>
            </a:r>
          </a:p>
        </p:txBody>
      </p:sp>
      <p:sp>
        <p:nvSpPr>
          <p:cNvPr id="4" name="">
            <a:extLst xmlns:a="http://schemas.openxmlformats.org/drawingml/2006/main">
              <a:ext uri="{FF2B5EF4-FFF2-40B4-BE49-F238E27FC236}">
                <a16:creationId xmlns:a16="http://schemas.microsoft.com/office/drawing/2014/main" id="{65FC1C2D-F4BE-4250-B793-B7E36201A4B9}"/>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Which risk would you investigate first?</a:t>
            </a:r>
          </a:p>
        </p:txBody>
      </p:sp>
      <p:sp>
        <p:nvSpPr>
          <p:cNvPr id="5" name="">
            <a:extLst xmlns:a="http://schemas.openxmlformats.org/drawingml/2006/main">
              <a:ext uri="{FF2B5EF4-FFF2-40B4-BE49-F238E27FC236}">
                <a16:creationId xmlns:a16="http://schemas.microsoft.com/office/drawing/2014/main" id="{B5CA90D2-6F52-4F35-B192-F65B745C1FA9}"/>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71D1CF"/>
                </a:solidFill>
                <a:latin typeface="Arial"/>
                <a:ea typeface="Arial"/>
                <a:cs typeface="Arial"/>
              </a:defRPr>
            </a:defPPr>
            <a:lvl1pPr algn="l">
              <a:defRPr sz="900" b="0">
                <a:solidFill>
                  <a:srgbClr val="71D1CF"/>
                </a:solidFill>
                <a:latin typeface="Arial"/>
                <a:ea typeface="Arial"/>
                <a:cs typeface="Arial"/>
              </a:defRPr>
            </a:lvl1pPr>
            <a:lvl2pPr algn="l">
              <a:defRPr sz="900" b="0">
                <a:solidFill>
                  <a:srgbClr val="71D1CF"/>
                </a:solidFill>
                <a:latin typeface="Arial"/>
                <a:ea typeface="Arial"/>
                <a:cs typeface="Arial"/>
              </a:defRPr>
            </a:lvl2pPr>
            <a:lvl3pPr algn="l">
              <a:defRPr sz="900" b="0">
                <a:solidFill>
                  <a:srgbClr val="71D1CF"/>
                </a:solidFill>
                <a:latin typeface="Arial"/>
                <a:ea typeface="Arial"/>
                <a:cs typeface="Arial"/>
              </a:defRPr>
            </a:lvl3pPr>
            <a:lvl4pPr algn="l">
              <a:defRPr sz="900" b="0">
                <a:solidFill>
                  <a:srgbClr val="71D1CF"/>
                </a:solidFill>
                <a:latin typeface="Arial"/>
                <a:ea typeface="Arial"/>
                <a:cs typeface="Arial"/>
              </a:defRPr>
            </a:lvl4pPr>
            <a:lvl5pPr algn="l">
              <a:defRPr sz="900" b="0">
                <a:solidFill>
                  <a:srgbClr val="71D1CF"/>
                </a:solidFill>
                <a:latin typeface="Arial"/>
                <a:ea typeface="Arial"/>
                <a:cs typeface="Arial"/>
              </a:defRPr>
            </a:lvl5pPr>
            <a:lvl6pPr algn="l">
              <a:defRPr sz="900" b="0">
                <a:solidFill>
                  <a:srgbClr val="71D1CF"/>
                </a:solidFill>
                <a:latin typeface="Arial"/>
                <a:ea typeface="Arial"/>
                <a:cs typeface="Arial"/>
              </a:defRPr>
            </a:lvl6pPr>
            <a:lvl7pPr algn="l">
              <a:defRPr sz="900" b="0">
                <a:solidFill>
                  <a:srgbClr val="71D1CF"/>
                </a:solidFill>
                <a:latin typeface="Arial"/>
                <a:ea typeface="Arial"/>
                <a:cs typeface="Arial"/>
              </a:defRPr>
            </a:lvl7pPr>
            <a:lvl8pPr algn="l">
              <a:defRPr sz="900" b="0">
                <a:solidFill>
                  <a:srgbClr val="71D1CF"/>
                </a:solidFill>
                <a:latin typeface="Arial"/>
                <a:ea typeface="Arial"/>
                <a:cs typeface="Arial"/>
              </a:defRPr>
            </a:lvl8pPr>
            <a:lvl9pPr algn="l">
              <a:defRPr sz="900" b="0">
                <a:solidFill>
                  <a:srgbClr val="71D1CF"/>
                </a:solidFill>
                <a:latin typeface="Arial"/>
                <a:ea typeface="Arial"/>
                <a:cs typeface="Arial"/>
              </a:defRPr>
            </a:lvl9pPr>
          </a:lstStyle>
          <a:p xmlns:a="http://schemas.openxmlformats.org/drawingml/2006/main">
            <a:pPr algn="l">
              <a:defRPr sz="900" b="0">
                <a:solidFill>
                  <a:srgbClr val="71D1CF"/>
                </a:solidFill>
                <a:latin typeface="Arial"/>
                <a:ea typeface="Arial"/>
                <a:cs typeface="Arial"/>
              </a:defRPr>
            </a:pPr>
            <a:r>
              <a:rPr sz="900" b="0">
                <a:solidFill>
                  <a:srgbClr val="71D1CF"/>
                </a:solidFill>
                <a:latin typeface="Arial"/>
                <a:ea typeface="Arial"/>
                <a:cs typeface="Arial"/>
              </a:rPr>
              <a:t>05 / 26</a:t>
            </a:r>
          </a:p>
        </p:txBody>
      </p:sp>
      <p:sp>
        <p:nvSpPr>
          <p:cNvPr id="6" name="">
            <a:extLst xmlns:a="http://schemas.openxmlformats.org/drawingml/2006/main">
              <a:ext uri="{FF2B5EF4-FFF2-40B4-BE49-F238E27FC236}">
                <a16:creationId xmlns:a16="http://schemas.microsoft.com/office/drawing/2014/main" id="{D9B7DFF0-6F35-47C1-96AF-B5498C88453C}"/>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B5CBD9"/>
                </a:solidFill>
                <a:latin typeface="Arial"/>
                <a:ea typeface="Arial"/>
                <a:cs typeface="Arial"/>
              </a:defRPr>
            </a:defPPr>
            <a:lvl1pPr algn="l">
              <a:defRPr sz="900" b="0">
                <a:solidFill>
                  <a:srgbClr val="B5CBD9"/>
                </a:solidFill>
                <a:latin typeface="Arial"/>
                <a:ea typeface="Arial"/>
                <a:cs typeface="Arial"/>
              </a:defRPr>
            </a:lvl1pPr>
            <a:lvl2pPr algn="l">
              <a:defRPr sz="900" b="0">
                <a:solidFill>
                  <a:srgbClr val="B5CBD9"/>
                </a:solidFill>
                <a:latin typeface="Arial"/>
                <a:ea typeface="Arial"/>
                <a:cs typeface="Arial"/>
              </a:defRPr>
            </a:lvl2pPr>
            <a:lvl3pPr algn="l">
              <a:defRPr sz="900" b="0">
                <a:solidFill>
                  <a:srgbClr val="B5CBD9"/>
                </a:solidFill>
                <a:latin typeface="Arial"/>
                <a:ea typeface="Arial"/>
                <a:cs typeface="Arial"/>
              </a:defRPr>
            </a:lvl3pPr>
            <a:lvl4pPr algn="l">
              <a:defRPr sz="900" b="0">
                <a:solidFill>
                  <a:srgbClr val="B5CBD9"/>
                </a:solidFill>
                <a:latin typeface="Arial"/>
                <a:ea typeface="Arial"/>
                <a:cs typeface="Arial"/>
              </a:defRPr>
            </a:lvl4pPr>
            <a:lvl5pPr algn="l">
              <a:defRPr sz="900" b="0">
                <a:solidFill>
                  <a:srgbClr val="B5CBD9"/>
                </a:solidFill>
                <a:latin typeface="Arial"/>
                <a:ea typeface="Arial"/>
                <a:cs typeface="Arial"/>
              </a:defRPr>
            </a:lvl5pPr>
            <a:lvl6pPr algn="l">
              <a:defRPr sz="900" b="0">
                <a:solidFill>
                  <a:srgbClr val="B5CBD9"/>
                </a:solidFill>
                <a:latin typeface="Arial"/>
                <a:ea typeface="Arial"/>
                <a:cs typeface="Arial"/>
              </a:defRPr>
            </a:lvl6pPr>
            <a:lvl7pPr algn="l">
              <a:defRPr sz="900" b="0">
                <a:solidFill>
                  <a:srgbClr val="B5CBD9"/>
                </a:solidFill>
                <a:latin typeface="Arial"/>
                <a:ea typeface="Arial"/>
                <a:cs typeface="Arial"/>
              </a:defRPr>
            </a:lvl7pPr>
            <a:lvl8pPr algn="l">
              <a:defRPr sz="900" b="0">
                <a:solidFill>
                  <a:srgbClr val="B5CBD9"/>
                </a:solidFill>
                <a:latin typeface="Arial"/>
                <a:ea typeface="Arial"/>
                <a:cs typeface="Arial"/>
              </a:defRPr>
            </a:lvl8pPr>
            <a:lvl9pPr algn="l">
              <a:defRPr sz="900" b="0">
                <a:solidFill>
                  <a:srgbClr val="B5CBD9"/>
                </a:solidFill>
                <a:latin typeface="Arial"/>
                <a:ea typeface="Arial"/>
                <a:cs typeface="Arial"/>
              </a:defRPr>
            </a:lvl9pPr>
          </a:lstStyle>
          <a:p xmlns:a="http://schemas.openxmlformats.org/drawingml/2006/main">
            <a:pPr algn="l">
              <a:defRPr sz="900" b="0">
                <a:solidFill>
                  <a:srgbClr val="B5CBD9"/>
                </a:solidFill>
                <a:latin typeface="Arial"/>
                <a:ea typeface="Arial"/>
                <a:cs typeface="Arial"/>
              </a:defRPr>
            </a:pPr>
            <a:r>
              <a:rPr sz="900" b="0">
                <a:solidFill>
                  <a:srgbClr val="B5CBD9"/>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E4447C1D-2025-4846-BC35-A04007FB32C0}"/>
              </a:ext>
            </a:extLst>
          </p:cNvPr>
          <p:cNvSpPr>
            <a:spLocks xmlns:a="http://schemas.openxmlformats.org/drawingml/2006/main" noGrp="1"/>
          </p:cNvSpPr>
          <p:nvPr/>
        </p:nvSpPr>
        <p:spPr>
          <a:xfrm xmlns:a="http://schemas.openxmlformats.org/drawingml/2006/main">
            <a:off x="609600" y="2762250"/>
            <a:ext cx="3333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GDP</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RISKS</a:t>
            </a:r>
          </a:p>
        </p:txBody>
      </p:sp>
      <p:sp>
        <p:nvSpPr>
          <p:cNvPr id="8" name="">
            <a:extLst xmlns:a="http://schemas.openxmlformats.org/drawingml/2006/main">
              <a:ext uri="{FF2B5EF4-FFF2-40B4-BE49-F238E27FC236}">
                <a16:creationId xmlns:a16="http://schemas.microsoft.com/office/drawing/2014/main" id="{67B2845F-5E73-4BAB-A42B-B2C64307E0CF}"/>
              </a:ext>
            </a:extLst>
          </p:cNvPr>
          <p:cNvSpPr>
            <a:spLocks xmlns:a="http://schemas.openxmlformats.org/drawingml/2006/main" noGrp="1"/>
          </p:cNvSpPr>
          <p:nvPr/>
        </p:nvSpPr>
        <p:spPr>
          <a:xfrm xmlns:a="http://schemas.openxmlformats.org/drawingml/2006/main">
            <a:off x="5143500" y="27432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71D1CF"/>
                </a:solidFill>
                <a:latin typeface="Arial"/>
                <a:ea typeface="Arial"/>
                <a:cs typeface="Arial"/>
              </a:defRPr>
            </a:defPPr>
            <a:lvl1pPr algn="l">
              <a:defRPr sz="2250" b="1">
                <a:solidFill>
                  <a:srgbClr val="71D1CF"/>
                </a:solidFill>
                <a:latin typeface="Arial"/>
                <a:ea typeface="Arial"/>
                <a:cs typeface="Arial"/>
              </a:defRPr>
            </a:lvl1pPr>
            <a:lvl2pPr algn="l">
              <a:defRPr sz="2250" b="1">
                <a:solidFill>
                  <a:srgbClr val="71D1CF"/>
                </a:solidFill>
                <a:latin typeface="Arial"/>
                <a:ea typeface="Arial"/>
                <a:cs typeface="Arial"/>
              </a:defRPr>
            </a:lvl2pPr>
            <a:lvl3pPr algn="l">
              <a:defRPr sz="2250" b="1">
                <a:solidFill>
                  <a:srgbClr val="71D1CF"/>
                </a:solidFill>
                <a:latin typeface="Arial"/>
                <a:ea typeface="Arial"/>
                <a:cs typeface="Arial"/>
              </a:defRPr>
            </a:lvl3pPr>
            <a:lvl4pPr algn="l">
              <a:defRPr sz="2250" b="1">
                <a:solidFill>
                  <a:srgbClr val="71D1CF"/>
                </a:solidFill>
                <a:latin typeface="Arial"/>
                <a:ea typeface="Arial"/>
                <a:cs typeface="Arial"/>
              </a:defRPr>
            </a:lvl4pPr>
            <a:lvl5pPr algn="l">
              <a:defRPr sz="2250" b="1">
                <a:solidFill>
                  <a:srgbClr val="71D1CF"/>
                </a:solidFill>
                <a:latin typeface="Arial"/>
                <a:ea typeface="Arial"/>
                <a:cs typeface="Arial"/>
              </a:defRPr>
            </a:lvl5pPr>
            <a:lvl6pPr algn="l">
              <a:defRPr sz="2250" b="1">
                <a:solidFill>
                  <a:srgbClr val="71D1CF"/>
                </a:solidFill>
                <a:latin typeface="Arial"/>
                <a:ea typeface="Arial"/>
                <a:cs typeface="Arial"/>
              </a:defRPr>
            </a:lvl6pPr>
            <a:lvl7pPr algn="l">
              <a:defRPr sz="2250" b="1">
                <a:solidFill>
                  <a:srgbClr val="71D1CF"/>
                </a:solidFill>
                <a:latin typeface="Arial"/>
                <a:ea typeface="Arial"/>
                <a:cs typeface="Arial"/>
              </a:defRPr>
            </a:lvl7pPr>
            <a:lvl8pPr algn="l">
              <a:defRPr sz="2250" b="1">
                <a:solidFill>
                  <a:srgbClr val="71D1CF"/>
                </a:solidFill>
                <a:latin typeface="Arial"/>
                <a:ea typeface="Arial"/>
                <a:cs typeface="Arial"/>
              </a:defRPr>
            </a:lvl8pPr>
            <a:lvl9pPr algn="l">
              <a:defRPr sz="2250" b="1">
                <a:solidFill>
                  <a:srgbClr val="71D1CF"/>
                </a:solidFill>
                <a:latin typeface="Arial"/>
                <a:ea typeface="Arial"/>
                <a:cs typeface="Arial"/>
              </a:defRPr>
            </a:lvl9pPr>
          </a:lstStyle>
          <a:p xmlns:a="http://schemas.openxmlformats.org/drawingml/2006/main">
            <a:pPr algn="l">
              <a:defRPr sz="2250" b="1">
                <a:solidFill>
                  <a:srgbClr val="71D1CF"/>
                </a:solidFill>
                <a:latin typeface="Arial"/>
                <a:ea typeface="Arial"/>
                <a:cs typeface="Arial"/>
              </a:defRPr>
            </a:pPr>
            <a:r>
              <a:rPr sz="2250" b="1">
                <a:solidFill>
                  <a:srgbClr val="71D1CF"/>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67A252D3-F323-4EF6-82E8-ED99B49A75D8}"/>
              </a:ext>
            </a:extLst>
          </p:cNvPr>
          <p:cNvSpPr>
            <a:spLocks xmlns:a="http://schemas.openxmlformats.org/drawingml/2006/main" noGrp="1"/>
          </p:cNvSpPr>
          <p:nvPr/>
        </p:nvSpPr>
        <p:spPr>
          <a:xfrm xmlns:a="http://schemas.openxmlformats.org/drawingml/2006/main">
            <a:off x="5857875" y="27622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Temperature excursion</a:t>
            </a:r>
          </a:p>
        </p:txBody>
      </p:sp>
      <p:sp>
        <p:nvSpPr>
          <p:cNvPr id="10" name="">
            <a:extLst xmlns:a="http://schemas.openxmlformats.org/drawingml/2006/main">
              <a:ext uri="{FF2B5EF4-FFF2-40B4-BE49-F238E27FC236}">
                <a16:creationId xmlns:a16="http://schemas.microsoft.com/office/drawing/2014/main" id="{7E086516-A116-4DA5-A1F8-397A9E58BCDD}"/>
              </a:ext>
            </a:extLst>
          </p:cNvPr>
          <p:cNvSpPr>
            <a:spLocks xmlns:a="http://schemas.openxmlformats.org/drawingml/2006/main" noGrp="1"/>
          </p:cNvSpPr>
          <p:nvPr/>
        </p:nvSpPr>
        <p:spPr>
          <a:xfrm xmlns:a="http://schemas.openxmlformats.org/drawingml/2006/main">
            <a:off x="5143500" y="34099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71D1CF"/>
                </a:solidFill>
                <a:latin typeface="Arial"/>
                <a:ea typeface="Arial"/>
                <a:cs typeface="Arial"/>
              </a:defRPr>
            </a:defPPr>
            <a:lvl1pPr algn="l">
              <a:defRPr sz="2250" b="1">
                <a:solidFill>
                  <a:srgbClr val="71D1CF"/>
                </a:solidFill>
                <a:latin typeface="Arial"/>
                <a:ea typeface="Arial"/>
                <a:cs typeface="Arial"/>
              </a:defRPr>
            </a:lvl1pPr>
            <a:lvl2pPr algn="l">
              <a:defRPr sz="2250" b="1">
                <a:solidFill>
                  <a:srgbClr val="71D1CF"/>
                </a:solidFill>
                <a:latin typeface="Arial"/>
                <a:ea typeface="Arial"/>
                <a:cs typeface="Arial"/>
              </a:defRPr>
            </a:lvl2pPr>
            <a:lvl3pPr algn="l">
              <a:defRPr sz="2250" b="1">
                <a:solidFill>
                  <a:srgbClr val="71D1CF"/>
                </a:solidFill>
                <a:latin typeface="Arial"/>
                <a:ea typeface="Arial"/>
                <a:cs typeface="Arial"/>
              </a:defRPr>
            </a:lvl3pPr>
            <a:lvl4pPr algn="l">
              <a:defRPr sz="2250" b="1">
                <a:solidFill>
                  <a:srgbClr val="71D1CF"/>
                </a:solidFill>
                <a:latin typeface="Arial"/>
                <a:ea typeface="Arial"/>
                <a:cs typeface="Arial"/>
              </a:defRPr>
            </a:lvl4pPr>
            <a:lvl5pPr algn="l">
              <a:defRPr sz="2250" b="1">
                <a:solidFill>
                  <a:srgbClr val="71D1CF"/>
                </a:solidFill>
                <a:latin typeface="Arial"/>
                <a:ea typeface="Arial"/>
                <a:cs typeface="Arial"/>
              </a:defRPr>
            </a:lvl5pPr>
            <a:lvl6pPr algn="l">
              <a:defRPr sz="2250" b="1">
                <a:solidFill>
                  <a:srgbClr val="71D1CF"/>
                </a:solidFill>
                <a:latin typeface="Arial"/>
                <a:ea typeface="Arial"/>
                <a:cs typeface="Arial"/>
              </a:defRPr>
            </a:lvl6pPr>
            <a:lvl7pPr algn="l">
              <a:defRPr sz="2250" b="1">
                <a:solidFill>
                  <a:srgbClr val="71D1CF"/>
                </a:solidFill>
                <a:latin typeface="Arial"/>
                <a:ea typeface="Arial"/>
                <a:cs typeface="Arial"/>
              </a:defRPr>
            </a:lvl7pPr>
            <a:lvl8pPr algn="l">
              <a:defRPr sz="2250" b="1">
                <a:solidFill>
                  <a:srgbClr val="71D1CF"/>
                </a:solidFill>
                <a:latin typeface="Arial"/>
                <a:ea typeface="Arial"/>
                <a:cs typeface="Arial"/>
              </a:defRPr>
            </a:lvl8pPr>
            <a:lvl9pPr algn="l">
              <a:defRPr sz="2250" b="1">
                <a:solidFill>
                  <a:srgbClr val="71D1CF"/>
                </a:solidFill>
                <a:latin typeface="Arial"/>
                <a:ea typeface="Arial"/>
                <a:cs typeface="Arial"/>
              </a:defRPr>
            </a:lvl9pPr>
          </a:lstStyle>
          <a:p xmlns:a="http://schemas.openxmlformats.org/drawingml/2006/main">
            <a:pPr algn="l">
              <a:defRPr sz="2250" b="1">
                <a:solidFill>
                  <a:srgbClr val="71D1CF"/>
                </a:solidFill>
                <a:latin typeface="Arial"/>
                <a:ea typeface="Arial"/>
                <a:cs typeface="Arial"/>
              </a:defRPr>
            </a:pPr>
            <a:r>
              <a:rPr sz="2250" b="1">
                <a:solidFill>
                  <a:srgbClr val="71D1CF"/>
                </a:solidFill>
                <a:latin typeface="Arial"/>
                <a:ea typeface="Arial"/>
                <a:cs typeface="Arial"/>
              </a:rPr>
              <a:t>B</a:t>
            </a:r>
          </a:p>
        </p:txBody>
      </p:sp>
      <p:sp>
        <p:nvSpPr>
          <p:cNvPr id="11" name="">
            <a:extLst xmlns:a="http://schemas.openxmlformats.org/drawingml/2006/main">
              <a:ext uri="{FF2B5EF4-FFF2-40B4-BE49-F238E27FC236}">
                <a16:creationId xmlns:a16="http://schemas.microsoft.com/office/drawing/2014/main" id="{FC062F4F-4FEE-49E8-B025-5790F93019E1}"/>
              </a:ext>
            </a:extLst>
          </p:cNvPr>
          <p:cNvSpPr>
            <a:spLocks xmlns:a="http://schemas.openxmlformats.org/drawingml/2006/main" noGrp="1"/>
          </p:cNvSpPr>
          <p:nvPr/>
        </p:nvSpPr>
        <p:spPr>
          <a:xfrm xmlns:a="http://schemas.openxmlformats.org/drawingml/2006/main">
            <a:off x="5857875" y="342900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Damaged packaging</a:t>
            </a:r>
          </a:p>
        </p:txBody>
      </p:sp>
      <p:sp>
        <p:nvSpPr>
          <p:cNvPr id="12" name="">
            <a:extLst xmlns:a="http://schemas.openxmlformats.org/drawingml/2006/main">
              <a:ext uri="{FF2B5EF4-FFF2-40B4-BE49-F238E27FC236}">
                <a16:creationId xmlns:a16="http://schemas.microsoft.com/office/drawing/2014/main" id="{835E7AB0-6182-4A09-95FE-A9478F9F9685}"/>
              </a:ext>
            </a:extLst>
          </p:cNvPr>
          <p:cNvSpPr>
            <a:spLocks xmlns:a="http://schemas.openxmlformats.org/drawingml/2006/main" noGrp="1"/>
          </p:cNvSpPr>
          <p:nvPr/>
        </p:nvSpPr>
        <p:spPr>
          <a:xfrm xmlns:a="http://schemas.openxmlformats.org/drawingml/2006/main">
            <a:off x="5143500" y="40767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71D1CF"/>
                </a:solidFill>
                <a:latin typeface="Arial"/>
                <a:ea typeface="Arial"/>
                <a:cs typeface="Arial"/>
              </a:defRPr>
            </a:defPPr>
            <a:lvl1pPr algn="l">
              <a:defRPr sz="2250" b="1">
                <a:solidFill>
                  <a:srgbClr val="71D1CF"/>
                </a:solidFill>
                <a:latin typeface="Arial"/>
                <a:ea typeface="Arial"/>
                <a:cs typeface="Arial"/>
              </a:defRPr>
            </a:lvl1pPr>
            <a:lvl2pPr algn="l">
              <a:defRPr sz="2250" b="1">
                <a:solidFill>
                  <a:srgbClr val="71D1CF"/>
                </a:solidFill>
                <a:latin typeface="Arial"/>
                <a:ea typeface="Arial"/>
                <a:cs typeface="Arial"/>
              </a:defRPr>
            </a:lvl2pPr>
            <a:lvl3pPr algn="l">
              <a:defRPr sz="2250" b="1">
                <a:solidFill>
                  <a:srgbClr val="71D1CF"/>
                </a:solidFill>
                <a:latin typeface="Arial"/>
                <a:ea typeface="Arial"/>
                <a:cs typeface="Arial"/>
              </a:defRPr>
            </a:lvl3pPr>
            <a:lvl4pPr algn="l">
              <a:defRPr sz="2250" b="1">
                <a:solidFill>
                  <a:srgbClr val="71D1CF"/>
                </a:solidFill>
                <a:latin typeface="Arial"/>
                <a:ea typeface="Arial"/>
                <a:cs typeface="Arial"/>
              </a:defRPr>
            </a:lvl4pPr>
            <a:lvl5pPr algn="l">
              <a:defRPr sz="2250" b="1">
                <a:solidFill>
                  <a:srgbClr val="71D1CF"/>
                </a:solidFill>
                <a:latin typeface="Arial"/>
                <a:ea typeface="Arial"/>
                <a:cs typeface="Arial"/>
              </a:defRPr>
            </a:lvl5pPr>
            <a:lvl6pPr algn="l">
              <a:defRPr sz="2250" b="1">
                <a:solidFill>
                  <a:srgbClr val="71D1CF"/>
                </a:solidFill>
                <a:latin typeface="Arial"/>
                <a:ea typeface="Arial"/>
                <a:cs typeface="Arial"/>
              </a:defRPr>
            </a:lvl6pPr>
            <a:lvl7pPr algn="l">
              <a:defRPr sz="2250" b="1">
                <a:solidFill>
                  <a:srgbClr val="71D1CF"/>
                </a:solidFill>
                <a:latin typeface="Arial"/>
                <a:ea typeface="Arial"/>
                <a:cs typeface="Arial"/>
              </a:defRPr>
            </a:lvl7pPr>
            <a:lvl8pPr algn="l">
              <a:defRPr sz="2250" b="1">
                <a:solidFill>
                  <a:srgbClr val="71D1CF"/>
                </a:solidFill>
                <a:latin typeface="Arial"/>
                <a:ea typeface="Arial"/>
                <a:cs typeface="Arial"/>
              </a:defRPr>
            </a:lvl8pPr>
            <a:lvl9pPr algn="l">
              <a:defRPr sz="2250" b="1">
                <a:solidFill>
                  <a:srgbClr val="71D1CF"/>
                </a:solidFill>
                <a:latin typeface="Arial"/>
                <a:ea typeface="Arial"/>
                <a:cs typeface="Arial"/>
              </a:defRPr>
            </a:lvl9pPr>
          </a:lstStyle>
          <a:p xmlns:a="http://schemas.openxmlformats.org/drawingml/2006/main">
            <a:pPr algn="l">
              <a:defRPr sz="2250" b="1">
                <a:solidFill>
                  <a:srgbClr val="71D1CF"/>
                </a:solidFill>
                <a:latin typeface="Arial"/>
                <a:ea typeface="Arial"/>
                <a:cs typeface="Arial"/>
              </a:defRPr>
            </a:pPr>
            <a:r>
              <a:rPr sz="2250" b="1">
                <a:solidFill>
                  <a:srgbClr val="71D1CF"/>
                </a:solidFill>
                <a:latin typeface="Arial"/>
                <a:ea typeface="Arial"/>
                <a:cs typeface="Arial"/>
              </a:rPr>
              <a:t>C</a:t>
            </a:r>
          </a:p>
        </p:txBody>
      </p:sp>
      <p:sp>
        <p:nvSpPr>
          <p:cNvPr id="13" name="">
            <a:extLst xmlns:a="http://schemas.openxmlformats.org/drawingml/2006/main">
              <a:ext uri="{FF2B5EF4-FFF2-40B4-BE49-F238E27FC236}">
                <a16:creationId xmlns:a16="http://schemas.microsoft.com/office/drawing/2014/main" id="{79A42F61-A292-49C2-8699-400E870CB469}"/>
              </a:ext>
            </a:extLst>
          </p:cNvPr>
          <p:cNvSpPr>
            <a:spLocks xmlns:a="http://schemas.openxmlformats.org/drawingml/2006/main" noGrp="1"/>
          </p:cNvSpPr>
          <p:nvPr/>
        </p:nvSpPr>
        <p:spPr>
          <a:xfrm xmlns:a="http://schemas.openxmlformats.org/drawingml/2006/main">
            <a:off x="5857875" y="40957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Distribution error</a:t>
            </a:r>
          </a:p>
        </p:txBody>
      </p:sp>
      <p:sp>
        <p:nvSpPr>
          <p:cNvPr id="14" name="">
            <a:extLst xmlns:a="http://schemas.openxmlformats.org/drawingml/2006/main">
              <a:ext uri="{FF2B5EF4-FFF2-40B4-BE49-F238E27FC236}">
                <a16:creationId xmlns:a16="http://schemas.microsoft.com/office/drawing/2014/main" id="{2187B5CC-3802-47A4-A070-B8B479866DEF}"/>
              </a:ext>
            </a:extLst>
          </p:cNvPr>
          <p:cNvSpPr>
            <a:spLocks xmlns:a="http://schemas.openxmlformats.org/drawingml/2006/main" noGrp="1"/>
          </p:cNvSpPr>
          <p:nvPr/>
        </p:nvSpPr>
        <p:spPr>
          <a:xfrm xmlns:a="http://schemas.openxmlformats.org/drawingml/2006/main">
            <a:off x="5143500" y="47434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71D1CF"/>
                </a:solidFill>
                <a:latin typeface="Arial"/>
                <a:ea typeface="Arial"/>
                <a:cs typeface="Arial"/>
              </a:defRPr>
            </a:defPPr>
            <a:lvl1pPr algn="l">
              <a:defRPr sz="2250" b="1">
                <a:solidFill>
                  <a:srgbClr val="71D1CF"/>
                </a:solidFill>
                <a:latin typeface="Arial"/>
                <a:ea typeface="Arial"/>
                <a:cs typeface="Arial"/>
              </a:defRPr>
            </a:lvl1pPr>
            <a:lvl2pPr algn="l">
              <a:defRPr sz="2250" b="1">
                <a:solidFill>
                  <a:srgbClr val="71D1CF"/>
                </a:solidFill>
                <a:latin typeface="Arial"/>
                <a:ea typeface="Arial"/>
                <a:cs typeface="Arial"/>
              </a:defRPr>
            </a:lvl2pPr>
            <a:lvl3pPr algn="l">
              <a:defRPr sz="2250" b="1">
                <a:solidFill>
                  <a:srgbClr val="71D1CF"/>
                </a:solidFill>
                <a:latin typeface="Arial"/>
                <a:ea typeface="Arial"/>
                <a:cs typeface="Arial"/>
              </a:defRPr>
            </a:lvl3pPr>
            <a:lvl4pPr algn="l">
              <a:defRPr sz="2250" b="1">
                <a:solidFill>
                  <a:srgbClr val="71D1CF"/>
                </a:solidFill>
                <a:latin typeface="Arial"/>
                <a:ea typeface="Arial"/>
                <a:cs typeface="Arial"/>
              </a:defRPr>
            </a:lvl4pPr>
            <a:lvl5pPr algn="l">
              <a:defRPr sz="2250" b="1">
                <a:solidFill>
                  <a:srgbClr val="71D1CF"/>
                </a:solidFill>
                <a:latin typeface="Arial"/>
                <a:ea typeface="Arial"/>
                <a:cs typeface="Arial"/>
              </a:defRPr>
            </a:lvl5pPr>
            <a:lvl6pPr algn="l">
              <a:defRPr sz="2250" b="1">
                <a:solidFill>
                  <a:srgbClr val="71D1CF"/>
                </a:solidFill>
                <a:latin typeface="Arial"/>
                <a:ea typeface="Arial"/>
                <a:cs typeface="Arial"/>
              </a:defRPr>
            </a:lvl6pPr>
            <a:lvl7pPr algn="l">
              <a:defRPr sz="2250" b="1">
                <a:solidFill>
                  <a:srgbClr val="71D1CF"/>
                </a:solidFill>
                <a:latin typeface="Arial"/>
                <a:ea typeface="Arial"/>
                <a:cs typeface="Arial"/>
              </a:defRPr>
            </a:lvl7pPr>
            <a:lvl8pPr algn="l">
              <a:defRPr sz="2250" b="1">
                <a:solidFill>
                  <a:srgbClr val="71D1CF"/>
                </a:solidFill>
                <a:latin typeface="Arial"/>
                <a:ea typeface="Arial"/>
                <a:cs typeface="Arial"/>
              </a:defRPr>
            </a:lvl8pPr>
            <a:lvl9pPr algn="l">
              <a:defRPr sz="2250" b="1">
                <a:solidFill>
                  <a:srgbClr val="71D1CF"/>
                </a:solidFill>
                <a:latin typeface="Arial"/>
                <a:ea typeface="Arial"/>
                <a:cs typeface="Arial"/>
              </a:defRPr>
            </a:lvl9pPr>
          </a:lstStyle>
          <a:p xmlns:a="http://schemas.openxmlformats.org/drawingml/2006/main">
            <a:pPr algn="l">
              <a:defRPr sz="2250" b="1">
                <a:solidFill>
                  <a:srgbClr val="71D1CF"/>
                </a:solidFill>
                <a:latin typeface="Arial"/>
                <a:ea typeface="Arial"/>
                <a:cs typeface="Arial"/>
              </a:defRPr>
            </a:pPr>
            <a:r>
              <a:rPr sz="2250" b="1">
                <a:solidFill>
                  <a:srgbClr val="71D1CF"/>
                </a:solidFill>
                <a:latin typeface="Arial"/>
                <a:ea typeface="Arial"/>
                <a:cs typeface="Arial"/>
              </a:rPr>
              <a:t>D</a:t>
            </a:r>
          </a:p>
        </p:txBody>
      </p:sp>
      <p:sp>
        <p:nvSpPr>
          <p:cNvPr id="15" name="">
            <a:extLst xmlns:a="http://schemas.openxmlformats.org/drawingml/2006/main">
              <a:ext uri="{FF2B5EF4-FFF2-40B4-BE49-F238E27FC236}">
                <a16:creationId xmlns:a16="http://schemas.microsoft.com/office/drawing/2014/main" id="{31A553A8-CE78-48DE-AAA3-92EB58B3B829}"/>
              </a:ext>
            </a:extLst>
          </p:cNvPr>
          <p:cNvSpPr>
            <a:spLocks xmlns:a="http://schemas.openxmlformats.org/drawingml/2006/main" noGrp="1"/>
          </p:cNvSpPr>
          <p:nvPr/>
        </p:nvSpPr>
        <p:spPr>
          <a:xfrm xmlns:a="http://schemas.openxmlformats.org/drawingml/2006/main">
            <a:off x="5857875" y="476250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FFFFFF"/>
                </a:solidFill>
                <a:latin typeface="Arial"/>
                <a:ea typeface="Arial"/>
                <a:cs typeface="Arial"/>
              </a:defRPr>
            </a:defPPr>
            <a:lvl1pPr algn="l">
              <a:defRPr sz="2100" b="0">
                <a:solidFill>
                  <a:srgbClr val="FFFFFF"/>
                </a:solidFill>
                <a:latin typeface="Arial"/>
                <a:ea typeface="Arial"/>
                <a:cs typeface="Arial"/>
              </a:defRPr>
            </a:lvl1pPr>
            <a:lvl2pPr algn="l">
              <a:defRPr sz="2100" b="0">
                <a:solidFill>
                  <a:srgbClr val="FFFFFF"/>
                </a:solidFill>
                <a:latin typeface="Arial"/>
                <a:ea typeface="Arial"/>
                <a:cs typeface="Arial"/>
              </a:defRPr>
            </a:lvl2pPr>
            <a:lvl3pPr algn="l">
              <a:defRPr sz="2100" b="0">
                <a:solidFill>
                  <a:srgbClr val="FFFFFF"/>
                </a:solidFill>
                <a:latin typeface="Arial"/>
                <a:ea typeface="Arial"/>
                <a:cs typeface="Arial"/>
              </a:defRPr>
            </a:lvl3pPr>
            <a:lvl4pPr algn="l">
              <a:defRPr sz="2100" b="0">
                <a:solidFill>
                  <a:srgbClr val="FFFFFF"/>
                </a:solidFill>
                <a:latin typeface="Arial"/>
                <a:ea typeface="Arial"/>
                <a:cs typeface="Arial"/>
              </a:defRPr>
            </a:lvl4pPr>
            <a:lvl5pPr algn="l">
              <a:defRPr sz="2100" b="0">
                <a:solidFill>
                  <a:srgbClr val="FFFFFF"/>
                </a:solidFill>
                <a:latin typeface="Arial"/>
                <a:ea typeface="Arial"/>
                <a:cs typeface="Arial"/>
              </a:defRPr>
            </a:lvl5pPr>
            <a:lvl6pPr algn="l">
              <a:defRPr sz="2100" b="0">
                <a:solidFill>
                  <a:srgbClr val="FFFFFF"/>
                </a:solidFill>
                <a:latin typeface="Arial"/>
                <a:ea typeface="Arial"/>
                <a:cs typeface="Arial"/>
              </a:defRPr>
            </a:lvl6pPr>
            <a:lvl7pPr algn="l">
              <a:defRPr sz="2100" b="0">
                <a:solidFill>
                  <a:srgbClr val="FFFFFF"/>
                </a:solidFill>
                <a:latin typeface="Arial"/>
                <a:ea typeface="Arial"/>
                <a:cs typeface="Arial"/>
              </a:defRPr>
            </a:lvl7pPr>
            <a:lvl8pPr algn="l">
              <a:defRPr sz="2100" b="0">
                <a:solidFill>
                  <a:srgbClr val="FFFFFF"/>
                </a:solidFill>
                <a:latin typeface="Arial"/>
                <a:ea typeface="Arial"/>
                <a:cs typeface="Arial"/>
              </a:defRPr>
            </a:lvl8pPr>
            <a:lvl9pPr algn="l">
              <a:defRPr sz="2100" b="0">
                <a:solidFill>
                  <a:srgbClr val="FFFFFF"/>
                </a:solidFill>
                <a:latin typeface="Arial"/>
                <a:ea typeface="Arial"/>
                <a:cs typeface="Arial"/>
              </a:defRPr>
            </a:lvl9pPr>
          </a:lstStyle>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Suspected counterfeit</a:t>
            </a:r>
          </a:p>
        </p:txBody>
      </p:sp>
      <p:sp>
        <p:nvSpPr>
          <p:cNvPr id="16" name="">
            <a:extLst xmlns:a="http://schemas.openxmlformats.org/drawingml/2006/main">
              <a:ext uri="{FF2B5EF4-FFF2-40B4-BE49-F238E27FC236}">
                <a16:creationId xmlns:a16="http://schemas.microsoft.com/office/drawing/2014/main" id="{99FF403E-ECA3-41AE-8B29-5751CBA029C5}"/>
              </a:ext>
            </a:extLst>
          </p:cNvPr>
          <p:cNvSpPr>
            <a:spLocks xmlns:a="http://schemas.openxmlformats.org/drawingml/2006/main" noGrp="1"/>
          </p:cNvSpPr>
          <p:nvPr/>
        </p:nvSpPr>
        <p:spPr>
          <a:xfrm xmlns:a="http://schemas.openxmlformats.org/drawingml/2006/main">
            <a:off x="609600" y="5686425"/>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B5CBD9"/>
                </a:solidFill>
                <a:latin typeface="Arial"/>
                <a:ea typeface="Arial"/>
                <a:cs typeface="Arial"/>
              </a:defRPr>
            </a:defPPr>
            <a:lvl1pPr algn="l">
              <a:defRPr sz="1725" b="0">
                <a:solidFill>
                  <a:srgbClr val="B5CBD9"/>
                </a:solidFill>
                <a:latin typeface="Arial"/>
                <a:ea typeface="Arial"/>
                <a:cs typeface="Arial"/>
              </a:defRPr>
            </a:lvl1pPr>
            <a:lvl2pPr algn="l">
              <a:defRPr sz="1725" b="0">
                <a:solidFill>
                  <a:srgbClr val="B5CBD9"/>
                </a:solidFill>
                <a:latin typeface="Arial"/>
                <a:ea typeface="Arial"/>
                <a:cs typeface="Arial"/>
              </a:defRPr>
            </a:lvl2pPr>
            <a:lvl3pPr algn="l">
              <a:defRPr sz="1725" b="0">
                <a:solidFill>
                  <a:srgbClr val="B5CBD9"/>
                </a:solidFill>
                <a:latin typeface="Arial"/>
                <a:ea typeface="Arial"/>
                <a:cs typeface="Arial"/>
              </a:defRPr>
            </a:lvl3pPr>
            <a:lvl4pPr algn="l">
              <a:defRPr sz="1725" b="0">
                <a:solidFill>
                  <a:srgbClr val="B5CBD9"/>
                </a:solidFill>
                <a:latin typeface="Arial"/>
                <a:ea typeface="Arial"/>
                <a:cs typeface="Arial"/>
              </a:defRPr>
            </a:lvl4pPr>
            <a:lvl5pPr algn="l">
              <a:defRPr sz="1725" b="0">
                <a:solidFill>
                  <a:srgbClr val="B5CBD9"/>
                </a:solidFill>
                <a:latin typeface="Arial"/>
                <a:ea typeface="Arial"/>
                <a:cs typeface="Arial"/>
              </a:defRPr>
            </a:lvl5pPr>
            <a:lvl6pPr algn="l">
              <a:defRPr sz="1725" b="0">
                <a:solidFill>
                  <a:srgbClr val="B5CBD9"/>
                </a:solidFill>
                <a:latin typeface="Arial"/>
                <a:ea typeface="Arial"/>
                <a:cs typeface="Arial"/>
              </a:defRPr>
            </a:lvl6pPr>
            <a:lvl7pPr algn="l">
              <a:defRPr sz="1725" b="0">
                <a:solidFill>
                  <a:srgbClr val="B5CBD9"/>
                </a:solidFill>
                <a:latin typeface="Arial"/>
                <a:ea typeface="Arial"/>
                <a:cs typeface="Arial"/>
              </a:defRPr>
            </a:lvl7pPr>
            <a:lvl8pPr algn="l">
              <a:defRPr sz="1725" b="0">
                <a:solidFill>
                  <a:srgbClr val="B5CBD9"/>
                </a:solidFill>
                <a:latin typeface="Arial"/>
                <a:ea typeface="Arial"/>
                <a:cs typeface="Arial"/>
              </a:defRPr>
            </a:lvl8pPr>
            <a:lvl9pPr algn="l">
              <a:defRPr sz="1725" b="0">
                <a:solidFill>
                  <a:srgbClr val="B5CBD9"/>
                </a:solidFill>
                <a:latin typeface="Arial"/>
                <a:ea typeface="Arial"/>
                <a:cs typeface="Arial"/>
              </a:defRPr>
            </a:lvl9pPr>
          </a:lstStyle>
          <a:p xmlns:a="http://schemas.openxmlformats.org/drawingml/2006/main">
            <a:pPr algn="l">
              <a:defRPr sz="1725" b="0">
                <a:solidFill>
                  <a:srgbClr val="B5CBD9"/>
                </a:solidFill>
                <a:latin typeface="Arial"/>
                <a:ea typeface="Arial"/>
                <a:cs typeface="Arial"/>
              </a:defRPr>
            </a:pPr>
            <a:r>
              <a:rPr sz="1725" b="0">
                <a:solidFill>
                  <a:srgbClr val="B5CBD9"/>
                </a:solidFill>
                <a:latin typeface="Arial"/>
                <a:ea typeface="Arial"/>
                <a:cs typeface="Arial"/>
              </a:rPr>
              <a:t>Discuss the product, exposure and potential patient impact before ranking a risk.</a:t>
            </a:r>
          </a:p>
        </p:txBody>
      </p:sp>
    </p:spTree>
    <p:extLst>
      <p:ext uri="{BB962C8B-B14F-4D97-AF65-F5344CB8AC3E}">
        <p14:creationId xmlns:p14="http://schemas.microsoft.com/office/powerpoint/2010/main" val="16075707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CB1D4DF-5FF8-4FF2-8914-7E10CA871264}"/>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40BD21CD-CC7B-4D97-BD16-B2F731D56F94}"/>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8E68BFF1-9FF4-486E-A927-E15DB4DFB255}"/>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02 / KEY PERSONS</a:t>
            </a:r>
          </a:p>
        </p:txBody>
      </p:sp>
      <p:sp>
        <p:nvSpPr>
          <p:cNvPr id="4" name="">
            <a:extLst xmlns:a="http://schemas.openxmlformats.org/drawingml/2006/main">
              <a:ext uri="{FF2B5EF4-FFF2-40B4-BE49-F238E27FC236}">
                <a16:creationId xmlns:a16="http://schemas.microsoft.com/office/drawing/2014/main" id="{173D00DF-F40B-459E-BE95-F2E4BB217BC6}"/>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Key roles in GDP</a:t>
            </a:r>
          </a:p>
        </p:txBody>
      </p:sp>
      <p:sp>
        <p:nvSpPr>
          <p:cNvPr id="5" name="">
            <a:extLst xmlns:a="http://schemas.openxmlformats.org/drawingml/2006/main">
              <a:ext uri="{FF2B5EF4-FFF2-40B4-BE49-F238E27FC236}">
                <a16:creationId xmlns:a16="http://schemas.microsoft.com/office/drawing/2014/main" id="{6320538C-3B62-480C-BE77-5AF38D04DA4D}"/>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06 / 26</a:t>
            </a:r>
          </a:p>
        </p:txBody>
      </p:sp>
      <p:sp>
        <p:nvSpPr>
          <p:cNvPr id="6" name="">
            <a:extLst xmlns:a="http://schemas.openxmlformats.org/drawingml/2006/main">
              <a:ext uri="{FF2B5EF4-FFF2-40B4-BE49-F238E27FC236}">
                <a16:creationId xmlns:a16="http://schemas.microsoft.com/office/drawing/2014/main" id="{F3BD19BD-2847-4BDE-B3C8-A1CE79E681B0}"/>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FDD578FC-831D-446F-A773-9CEA9482C4F0}"/>
              </a:ext>
            </a:extLst>
          </p:cNvPr>
          <p:cNvSpPr>
            <a:spLocks xmlns:a="http://schemas.openxmlformats.org/drawingml/2006/main" noGrp="1"/>
          </p:cNvSpPr>
          <p:nvPr/>
        </p:nvSpPr>
        <p:spPr>
          <a:xfrm xmlns:a="http://schemas.openxmlformats.org/drawingml/2006/main">
            <a:off x="609600" y="2695575"/>
            <a:ext cx="335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OPERATIONS</a:t>
            </a:r>
          </a:p>
        </p:txBody>
      </p:sp>
      <p:sp>
        <p:nvSpPr>
          <p:cNvPr id="8" name="">
            <a:extLst xmlns:a="http://schemas.openxmlformats.org/drawingml/2006/main">
              <a:ext uri="{FF2B5EF4-FFF2-40B4-BE49-F238E27FC236}">
                <a16:creationId xmlns:a16="http://schemas.microsoft.com/office/drawing/2014/main" id="{F423C816-F2F6-4C5B-BDA2-F52169C8FED6}"/>
              </a:ext>
            </a:extLst>
          </p:cNvPr>
          <p:cNvSpPr>
            <a:spLocks xmlns:a="http://schemas.openxmlformats.org/drawingml/2006/main" noGrp="1"/>
          </p:cNvSpPr>
          <p:nvPr/>
        </p:nvSpPr>
        <p:spPr>
          <a:xfrm xmlns:a="http://schemas.openxmlformats.org/drawingml/2006/main">
            <a:off x="609600" y="3314700"/>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Distribution activities</a:t>
            </a:r>
          </a:p>
        </p:txBody>
      </p:sp>
      <p:sp>
        <p:nvSpPr>
          <p:cNvPr id="9" name="">
            <a:extLst xmlns:a="http://schemas.openxmlformats.org/drawingml/2006/main">
              <a:ext uri="{FF2B5EF4-FFF2-40B4-BE49-F238E27FC236}">
                <a16:creationId xmlns:a16="http://schemas.microsoft.com/office/drawing/2014/main" id="{9CFF9E35-885E-491D-AE5A-78068BFBA473}"/>
              </a:ext>
            </a:extLst>
          </p:cNvPr>
          <p:cNvSpPr>
            <a:spLocks xmlns:a="http://schemas.openxmlformats.org/drawingml/2006/main" noGrp="1"/>
          </p:cNvSpPr>
          <p:nvPr/>
        </p:nvSpPr>
        <p:spPr>
          <a:xfrm xmlns:a="http://schemas.openxmlformats.org/drawingml/2006/main">
            <a:off x="609600" y="4476750"/>
            <a:ext cx="323850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8A768E-D210-43BA-B91B-C6325A2C9F83}"/>
              </a:ext>
            </a:extLst>
          </p:cNvPr>
          <p:cNvSpPr>
            <a:spLocks xmlns:a="http://schemas.openxmlformats.org/drawingml/2006/main" noGrp="1"/>
          </p:cNvSpPr>
          <p:nvPr/>
        </p:nvSpPr>
        <p:spPr>
          <a:xfrm xmlns:a="http://schemas.openxmlformats.org/drawingml/2006/main">
            <a:off x="609600" y="4752975"/>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Execute approved procedures and maintain records.</a:t>
            </a:r>
          </a:p>
        </p:txBody>
      </p:sp>
      <p:sp>
        <p:nvSpPr>
          <p:cNvPr id="11" name="">
            <a:extLst xmlns:a="http://schemas.openxmlformats.org/drawingml/2006/main">
              <a:ext uri="{FF2B5EF4-FFF2-40B4-BE49-F238E27FC236}">
                <a16:creationId xmlns:a16="http://schemas.microsoft.com/office/drawing/2014/main" id="{2CA2E304-C2D2-45CA-8447-FBA2A41F1F69}"/>
              </a:ext>
            </a:extLst>
          </p:cNvPr>
          <p:cNvSpPr>
            <a:spLocks xmlns:a="http://schemas.openxmlformats.org/drawingml/2006/main" noGrp="1"/>
          </p:cNvSpPr>
          <p:nvPr/>
        </p:nvSpPr>
        <p:spPr>
          <a:xfrm xmlns:a="http://schemas.openxmlformats.org/drawingml/2006/main">
            <a:off x="4362450" y="2695575"/>
            <a:ext cx="335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GDP RESPONSIBLE PERSON</a:t>
            </a:r>
          </a:p>
        </p:txBody>
      </p:sp>
      <p:sp>
        <p:nvSpPr>
          <p:cNvPr id="12" name="">
            <a:extLst xmlns:a="http://schemas.openxmlformats.org/drawingml/2006/main">
              <a:ext uri="{FF2B5EF4-FFF2-40B4-BE49-F238E27FC236}">
                <a16:creationId xmlns:a16="http://schemas.microsoft.com/office/drawing/2014/main" id="{5B0670D1-6841-4DFA-8FDC-74BC16569037}"/>
              </a:ext>
            </a:extLst>
          </p:cNvPr>
          <p:cNvSpPr>
            <a:spLocks xmlns:a="http://schemas.openxmlformats.org/drawingml/2006/main" noGrp="1"/>
          </p:cNvSpPr>
          <p:nvPr/>
        </p:nvSpPr>
        <p:spPr>
          <a:xfrm xmlns:a="http://schemas.openxmlformats.org/drawingml/2006/main">
            <a:off x="4362450" y="3314700"/>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GDP oversight</a:t>
            </a:r>
          </a:p>
        </p:txBody>
      </p:sp>
      <p:sp>
        <p:nvSpPr>
          <p:cNvPr id="13" name="">
            <a:extLst xmlns:a="http://schemas.openxmlformats.org/drawingml/2006/main">
              <a:ext uri="{FF2B5EF4-FFF2-40B4-BE49-F238E27FC236}">
                <a16:creationId xmlns:a16="http://schemas.microsoft.com/office/drawing/2014/main" id="{4BF5E9CB-6CEC-4850-9D5F-0B64ED886DD8}"/>
              </a:ext>
            </a:extLst>
          </p:cNvPr>
          <p:cNvSpPr>
            <a:spLocks xmlns:a="http://schemas.openxmlformats.org/drawingml/2006/main" noGrp="1"/>
          </p:cNvSpPr>
          <p:nvPr/>
        </p:nvSpPr>
        <p:spPr>
          <a:xfrm xmlns:a="http://schemas.openxmlformats.org/drawingml/2006/main">
            <a:off x="4362450" y="4476750"/>
            <a:ext cx="323850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EAD612-A940-4B62-B99D-B66960F4F735}"/>
              </a:ext>
            </a:extLst>
          </p:cNvPr>
          <p:cNvSpPr>
            <a:spLocks xmlns:a="http://schemas.openxmlformats.org/drawingml/2006/main" noGrp="1"/>
          </p:cNvSpPr>
          <p:nvPr/>
        </p:nvSpPr>
        <p:spPr>
          <a:xfrm xmlns:a="http://schemas.openxmlformats.org/drawingml/2006/main">
            <a:off x="4362450" y="4752975"/>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Oversee compliance and the quality management system.</a:t>
            </a:r>
          </a:p>
        </p:txBody>
      </p:sp>
      <p:sp>
        <p:nvSpPr>
          <p:cNvPr id="15" name="">
            <a:extLst xmlns:a="http://schemas.openxmlformats.org/drawingml/2006/main">
              <a:ext uri="{FF2B5EF4-FFF2-40B4-BE49-F238E27FC236}">
                <a16:creationId xmlns:a16="http://schemas.microsoft.com/office/drawing/2014/main" id="{EDE5284A-5CC4-48D1-926D-EEF09B3F4D80}"/>
              </a:ext>
            </a:extLst>
          </p:cNvPr>
          <p:cNvSpPr>
            <a:spLocks xmlns:a="http://schemas.openxmlformats.org/drawingml/2006/main" noGrp="1"/>
          </p:cNvSpPr>
          <p:nvPr/>
        </p:nvSpPr>
        <p:spPr>
          <a:xfrm xmlns:a="http://schemas.openxmlformats.org/drawingml/2006/main">
            <a:off x="8115300" y="2695575"/>
            <a:ext cx="335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QUALIFIED PERSON</a:t>
            </a:r>
          </a:p>
        </p:txBody>
      </p:sp>
      <p:sp>
        <p:nvSpPr>
          <p:cNvPr id="16" name="">
            <a:extLst xmlns:a="http://schemas.openxmlformats.org/drawingml/2006/main">
              <a:ext uri="{FF2B5EF4-FFF2-40B4-BE49-F238E27FC236}">
                <a16:creationId xmlns:a16="http://schemas.microsoft.com/office/drawing/2014/main" id="{D4A5961A-3039-41A6-B3BF-1524B4DD6943}"/>
              </a:ext>
            </a:extLst>
          </p:cNvPr>
          <p:cNvSpPr>
            <a:spLocks xmlns:a="http://schemas.openxmlformats.org/drawingml/2006/main" noGrp="1"/>
          </p:cNvSpPr>
          <p:nvPr/>
        </p:nvSpPr>
        <p:spPr>
          <a:xfrm xmlns:a="http://schemas.openxmlformats.org/drawingml/2006/main">
            <a:off x="8115300" y="3314700"/>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Batch certification</a:t>
            </a:r>
          </a:p>
        </p:txBody>
      </p:sp>
      <p:sp>
        <p:nvSpPr>
          <p:cNvPr id="17" name="">
            <a:extLst xmlns:a="http://schemas.openxmlformats.org/drawingml/2006/main">
              <a:ext uri="{FF2B5EF4-FFF2-40B4-BE49-F238E27FC236}">
                <a16:creationId xmlns:a16="http://schemas.microsoft.com/office/drawing/2014/main" id="{2C17C483-D4F1-48FF-8579-4C792216FB0B}"/>
              </a:ext>
            </a:extLst>
          </p:cNvPr>
          <p:cNvSpPr>
            <a:spLocks xmlns:a="http://schemas.openxmlformats.org/drawingml/2006/main" noGrp="1"/>
          </p:cNvSpPr>
          <p:nvPr/>
        </p:nvSpPr>
        <p:spPr>
          <a:xfrm xmlns:a="http://schemas.openxmlformats.org/drawingml/2006/main">
            <a:off x="8115300" y="4476750"/>
            <a:ext cx="323850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B8FEEED-5A3A-46F1-9234-CD3BB2802547}"/>
              </a:ext>
            </a:extLst>
          </p:cNvPr>
          <p:cNvSpPr>
            <a:spLocks xmlns:a="http://schemas.openxmlformats.org/drawingml/2006/main" noGrp="1"/>
          </p:cNvSpPr>
          <p:nvPr/>
        </p:nvSpPr>
        <p:spPr>
          <a:xfrm xmlns:a="http://schemas.openxmlformats.org/drawingml/2006/main">
            <a:off x="8115300" y="4752975"/>
            <a:ext cx="3276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Certify medicinal-product batches where applicable.</a:t>
            </a:r>
          </a:p>
        </p:txBody>
      </p:sp>
      <p:sp>
        <p:nvSpPr>
          <p:cNvPr id="19" name="">
            <a:extLst xmlns:a="http://schemas.openxmlformats.org/drawingml/2006/main">
              <a:ext uri="{FF2B5EF4-FFF2-40B4-BE49-F238E27FC236}">
                <a16:creationId xmlns:a16="http://schemas.microsoft.com/office/drawing/2014/main" id="{DFBC4736-8088-47D0-9AB4-87E98935D6CE}"/>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Local role titles and legal responsibilities depend on the applicable framework</a:t>
            </a:r>
          </a:p>
        </p:txBody>
      </p:sp>
    </p:spTree>
    <p:extLst>
      <p:ext uri="{BB962C8B-B14F-4D97-AF65-F5344CB8AC3E}">
        <p14:creationId xmlns:p14="http://schemas.microsoft.com/office/powerpoint/2010/main" val="447104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4F952285-F46A-4213-81E2-2A5C66F08664}"/>
              </a:ext>
            </a:extLst>
          </p:cNvPr>
          <p:cNvCxnSpPr>
            <a:stCxn xmlns:a="http://schemas.openxmlformats.org/drawingml/2006/main" id="24" idx="0"/>
            <a:endCxn xmlns:a="http://schemas.openxmlformats.org/drawingml/2006/main" id="7" idx="2"/>
          </p:cNvCxnSpPr>
          <p:nvPr/>
        </p:nvCxnSpPr>
        <p:spPr>
          <a:xfrm xmlns:a="http://schemas.openxmlformats.org/drawingml/2006/main" flipV="1">
            <a:off x="6096000" y="4476750"/>
            <a:ext cx="0" cy="6000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F6D016B3-1535-422E-8A42-29EF72B874EA}"/>
              </a:ext>
            </a:extLst>
          </p:cNvPr>
          <p:cNvCxnSpPr>
            <a:stCxn xmlns:a="http://schemas.openxmlformats.org/drawingml/2006/main" id="21" idx="2"/>
            <a:endCxn xmlns:a="http://schemas.openxmlformats.org/drawingml/2006/main" id="7" idx="0"/>
          </p:cNvCxnSpPr>
          <p:nvPr/>
        </p:nvCxnSpPr>
        <p:spPr>
          <a:xfrm xmlns:a="http://schemas.openxmlformats.org/drawingml/2006/main">
            <a:off x="6096000" y="3048000"/>
            <a:ext cx="0" cy="38100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049C2270-6836-4C4D-B5A6-596A7A226C1D}"/>
              </a:ext>
            </a:extLst>
          </p:cNvPr>
          <p:cNvCxnSpPr>
            <a:stCxn xmlns:a="http://schemas.openxmlformats.org/drawingml/2006/main" id="18" idx="1"/>
            <a:endCxn xmlns:a="http://schemas.openxmlformats.org/drawingml/2006/main" id="7" idx="3"/>
          </p:cNvCxnSpPr>
          <p:nvPr/>
        </p:nvCxnSpPr>
        <p:spPr>
          <a:xfrm xmlns:a="http://schemas.openxmlformats.org/drawingml/2006/main" flipH="1" flipV="1">
            <a:off x="7620000" y="3952875"/>
            <a:ext cx="809625" cy="70485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BAFE1BD3-E32B-434F-B461-9D85C8F2451A}"/>
              </a:ext>
            </a:extLst>
          </p:cNvPr>
          <p:cNvCxnSpPr>
            <a:stCxn xmlns:a="http://schemas.openxmlformats.org/drawingml/2006/main" id="15" idx="1"/>
            <a:endCxn xmlns:a="http://schemas.openxmlformats.org/drawingml/2006/main" id="7" idx="3"/>
          </p:cNvCxnSpPr>
          <p:nvPr/>
        </p:nvCxnSpPr>
        <p:spPr>
          <a:xfrm xmlns:a="http://schemas.openxmlformats.org/drawingml/2006/main" flipH="1">
            <a:off x="7620000" y="3048000"/>
            <a:ext cx="809625" cy="9048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B21C60A9-EA56-4C00-90AA-BEF43A96E11E}"/>
              </a:ext>
            </a:extLst>
          </p:cNvPr>
          <p:cNvCxnSpPr>
            <a:stCxn xmlns:a="http://schemas.openxmlformats.org/drawingml/2006/main" id="12" idx="3"/>
            <a:endCxn xmlns:a="http://schemas.openxmlformats.org/drawingml/2006/main" id="7" idx="1"/>
          </p:cNvCxnSpPr>
          <p:nvPr/>
        </p:nvCxnSpPr>
        <p:spPr>
          <a:xfrm xmlns:a="http://schemas.openxmlformats.org/drawingml/2006/main" flipV="1">
            <a:off x="3781425" y="3952875"/>
            <a:ext cx="790575" cy="70485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84D4D47C-E1F8-40B7-931E-4716534B8069}"/>
              </a:ext>
            </a:extLst>
          </p:cNvPr>
          <p:cNvCxnSpPr>
            <a:stCxn xmlns:a="http://schemas.openxmlformats.org/drawingml/2006/main" id="9" idx="3"/>
            <a:endCxn xmlns:a="http://schemas.openxmlformats.org/drawingml/2006/main" id="7" idx="1"/>
          </p:cNvCxnSpPr>
          <p:nvPr/>
        </p:nvCxnSpPr>
        <p:spPr>
          <a:xfrm xmlns:a="http://schemas.openxmlformats.org/drawingml/2006/main">
            <a:off x="3781425" y="3048000"/>
            <a:ext cx="790575" cy="9048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7" name="">
            <a:extLst xmlns:a="http://schemas.openxmlformats.org/drawingml/2006/main">
              <a:ext uri="{FF2B5EF4-FFF2-40B4-BE49-F238E27FC236}">
                <a16:creationId xmlns:a16="http://schemas.microsoft.com/office/drawing/2014/main" id="{9BF24C76-194B-4856-A7A3-404696A10D88}"/>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DCA0B82D-B60E-4FA6-AC7A-7E5035020A30}"/>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4F57A908-15B0-48B3-8490-22558AE3A8F8}"/>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03 / QUALITY MANAGEMENT</a:t>
            </a:r>
          </a:p>
        </p:txBody>
      </p:sp>
      <p:sp>
        <p:nvSpPr>
          <p:cNvPr id="4" name="">
            <a:extLst xmlns:a="http://schemas.openxmlformats.org/drawingml/2006/main">
              <a:ext uri="{FF2B5EF4-FFF2-40B4-BE49-F238E27FC236}">
                <a16:creationId xmlns:a16="http://schemas.microsoft.com/office/drawing/2014/main" id="{661018CD-9991-43D7-A5B1-A20F535DD0FE}"/>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Quality management system</a:t>
            </a:r>
          </a:p>
        </p:txBody>
      </p:sp>
      <p:sp>
        <p:nvSpPr>
          <p:cNvPr id="5" name="">
            <a:extLst xmlns:a="http://schemas.openxmlformats.org/drawingml/2006/main">
              <a:ext uri="{FF2B5EF4-FFF2-40B4-BE49-F238E27FC236}">
                <a16:creationId xmlns:a16="http://schemas.microsoft.com/office/drawing/2014/main" id="{0F3BADBA-5E09-448B-A9EB-94BCAF4DF8E9}"/>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07 / 26</a:t>
            </a:r>
          </a:p>
        </p:txBody>
      </p:sp>
      <p:sp>
        <p:nvSpPr>
          <p:cNvPr id="6" name="">
            <a:extLst xmlns:a="http://schemas.openxmlformats.org/drawingml/2006/main">
              <a:ext uri="{FF2B5EF4-FFF2-40B4-BE49-F238E27FC236}">
                <a16:creationId xmlns:a16="http://schemas.microsoft.com/office/drawing/2014/main" id="{FB039962-D83E-4B1B-ADB0-C7608F7B30C9}"/>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0B74354A-4201-4C8F-9F37-2F9A769B45FE}"/>
              </a:ext>
            </a:extLst>
          </p:cNvPr>
          <p:cNvSpPr>
            <a:spLocks xmlns:a="http://schemas.openxmlformats.org/drawingml/2006/main" noGrp="1"/>
          </p:cNvSpPr>
          <p:nvPr/>
        </p:nvSpPr>
        <p:spPr>
          <a:xfrm xmlns:a="http://schemas.openxmlformats.org/drawingml/2006/main">
            <a:off x="4572000" y="3429000"/>
            <a:ext cx="3048000" cy="10477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4A39B8E-6E29-43CA-B1BE-28D1589ADEAC}"/>
              </a:ext>
            </a:extLst>
          </p:cNvPr>
          <p:cNvSpPr>
            <a:spLocks xmlns:a="http://schemas.openxmlformats.org/drawingml/2006/main" noGrp="1"/>
          </p:cNvSpPr>
          <p:nvPr/>
        </p:nvSpPr>
        <p:spPr>
          <a:xfrm xmlns:a="http://schemas.openxmlformats.org/drawingml/2006/main">
            <a:off x="4743450" y="3590925"/>
            <a:ext cx="27051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QUALITY</a:t>
            </a:r>
          </a:p>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SYSTEM</a:t>
            </a:r>
          </a:p>
        </p:txBody>
      </p:sp>
      <p:sp>
        <p:nvSpPr>
          <p:cNvPr id="9" name="">
            <a:extLst xmlns:a="http://schemas.openxmlformats.org/drawingml/2006/main">
              <a:ext uri="{FF2B5EF4-FFF2-40B4-BE49-F238E27FC236}">
                <a16:creationId xmlns:a16="http://schemas.microsoft.com/office/drawing/2014/main" id="{1F381820-4C9E-48D6-9280-D4FEFD891E64}"/>
              </a:ext>
            </a:extLst>
          </p:cNvPr>
          <p:cNvSpPr>
            <a:spLocks xmlns:a="http://schemas.openxmlformats.org/drawingml/2006/main" noGrp="1"/>
          </p:cNvSpPr>
          <p:nvPr/>
        </p:nvSpPr>
        <p:spPr>
          <a:xfrm xmlns:a="http://schemas.openxmlformats.org/drawingml/2006/main">
            <a:off x="733425" y="2714625"/>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21B014-1F51-4CC4-A954-887764819CAC}"/>
              </a:ext>
            </a:extLst>
          </p:cNvPr>
          <p:cNvSpPr>
            <a:spLocks xmlns:a="http://schemas.openxmlformats.org/drawingml/2006/main" noGrp="1"/>
          </p:cNvSpPr>
          <p:nvPr/>
        </p:nvSpPr>
        <p:spPr>
          <a:xfrm xmlns:a="http://schemas.openxmlformats.org/drawingml/2006/main">
            <a:off x="904875" y="28765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Documentation</a:t>
            </a:r>
          </a:p>
        </p:txBody>
      </p:sp>
      <p:sp>
        <p:nvSpPr>
          <p:cNvPr id="12" name="">
            <a:extLst xmlns:a="http://schemas.openxmlformats.org/drawingml/2006/main">
              <a:ext uri="{FF2B5EF4-FFF2-40B4-BE49-F238E27FC236}">
                <a16:creationId xmlns:a16="http://schemas.microsoft.com/office/drawing/2014/main" id="{6B2B8043-EA11-46A7-B43C-03FCD0AC17A3}"/>
              </a:ext>
            </a:extLst>
          </p:cNvPr>
          <p:cNvSpPr>
            <a:spLocks xmlns:a="http://schemas.openxmlformats.org/drawingml/2006/main" noGrp="1"/>
          </p:cNvSpPr>
          <p:nvPr/>
        </p:nvSpPr>
        <p:spPr>
          <a:xfrm xmlns:a="http://schemas.openxmlformats.org/drawingml/2006/main">
            <a:off x="733425" y="4324350"/>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996D69-21E7-41B3-80B1-C3DDAEFF04B4}"/>
              </a:ext>
            </a:extLst>
          </p:cNvPr>
          <p:cNvSpPr>
            <a:spLocks xmlns:a="http://schemas.openxmlformats.org/drawingml/2006/main" noGrp="1"/>
          </p:cNvSpPr>
          <p:nvPr/>
        </p:nvSpPr>
        <p:spPr>
          <a:xfrm xmlns:a="http://schemas.openxmlformats.org/drawingml/2006/main">
            <a:off x="904875" y="4486275"/>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Training</a:t>
            </a:r>
          </a:p>
        </p:txBody>
      </p:sp>
      <p:sp>
        <p:nvSpPr>
          <p:cNvPr id="15" name="">
            <a:extLst xmlns:a="http://schemas.openxmlformats.org/drawingml/2006/main">
              <a:ext uri="{FF2B5EF4-FFF2-40B4-BE49-F238E27FC236}">
                <a16:creationId xmlns:a16="http://schemas.microsoft.com/office/drawing/2014/main" id="{86001FF6-321F-4EEC-B357-8B534737F463}"/>
              </a:ext>
            </a:extLst>
          </p:cNvPr>
          <p:cNvSpPr>
            <a:spLocks xmlns:a="http://schemas.openxmlformats.org/drawingml/2006/main" noGrp="1"/>
          </p:cNvSpPr>
          <p:nvPr/>
        </p:nvSpPr>
        <p:spPr>
          <a:xfrm xmlns:a="http://schemas.openxmlformats.org/drawingml/2006/main">
            <a:off x="8429625" y="2714625"/>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F95B0C-2978-4F00-832D-3B259D8D30E8}"/>
              </a:ext>
            </a:extLst>
          </p:cNvPr>
          <p:cNvSpPr>
            <a:spLocks xmlns:a="http://schemas.openxmlformats.org/drawingml/2006/main" noGrp="1"/>
          </p:cNvSpPr>
          <p:nvPr/>
        </p:nvSpPr>
        <p:spPr>
          <a:xfrm xmlns:a="http://schemas.openxmlformats.org/drawingml/2006/main">
            <a:off x="8601075" y="28765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Risk management</a:t>
            </a:r>
          </a:p>
        </p:txBody>
      </p:sp>
      <p:sp>
        <p:nvSpPr>
          <p:cNvPr id="18" name="">
            <a:extLst xmlns:a="http://schemas.openxmlformats.org/drawingml/2006/main">
              <a:ext uri="{FF2B5EF4-FFF2-40B4-BE49-F238E27FC236}">
                <a16:creationId xmlns:a16="http://schemas.microsoft.com/office/drawing/2014/main" id="{3819E815-1DCF-4211-939F-B6287ECE8186}"/>
              </a:ext>
            </a:extLst>
          </p:cNvPr>
          <p:cNvSpPr>
            <a:spLocks xmlns:a="http://schemas.openxmlformats.org/drawingml/2006/main" noGrp="1"/>
          </p:cNvSpPr>
          <p:nvPr/>
        </p:nvSpPr>
        <p:spPr>
          <a:xfrm xmlns:a="http://schemas.openxmlformats.org/drawingml/2006/main">
            <a:off x="8429625" y="4324350"/>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4A3CFF-5F35-4E0E-9C3B-53E169CD210E}"/>
              </a:ext>
            </a:extLst>
          </p:cNvPr>
          <p:cNvSpPr>
            <a:spLocks xmlns:a="http://schemas.openxmlformats.org/drawingml/2006/main" noGrp="1"/>
          </p:cNvSpPr>
          <p:nvPr/>
        </p:nvSpPr>
        <p:spPr>
          <a:xfrm xmlns:a="http://schemas.openxmlformats.org/drawingml/2006/main">
            <a:off x="8601075" y="4486275"/>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Supplier qualification</a:t>
            </a:r>
          </a:p>
        </p:txBody>
      </p:sp>
      <p:sp>
        <p:nvSpPr>
          <p:cNvPr id="21" name="">
            <a:extLst xmlns:a="http://schemas.openxmlformats.org/drawingml/2006/main">
              <a:ext uri="{FF2B5EF4-FFF2-40B4-BE49-F238E27FC236}">
                <a16:creationId xmlns:a16="http://schemas.microsoft.com/office/drawing/2014/main" id="{9A4133E8-919A-4237-9630-5D48153C76CF}"/>
              </a:ext>
            </a:extLst>
          </p:cNvPr>
          <p:cNvSpPr>
            <a:spLocks xmlns:a="http://schemas.openxmlformats.org/drawingml/2006/main" noGrp="1"/>
          </p:cNvSpPr>
          <p:nvPr/>
        </p:nvSpPr>
        <p:spPr>
          <a:xfrm xmlns:a="http://schemas.openxmlformats.org/drawingml/2006/main">
            <a:off x="4572000" y="2381250"/>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7BB7EF9-3C35-45BF-8AEA-F39CFF609C85}"/>
              </a:ext>
            </a:extLst>
          </p:cNvPr>
          <p:cNvSpPr>
            <a:spLocks xmlns:a="http://schemas.openxmlformats.org/drawingml/2006/main" noGrp="1"/>
          </p:cNvSpPr>
          <p:nvPr/>
        </p:nvSpPr>
        <p:spPr>
          <a:xfrm xmlns:a="http://schemas.openxmlformats.org/drawingml/2006/main">
            <a:off x="4743450" y="2543175"/>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Self-inspections</a:t>
            </a:r>
          </a:p>
        </p:txBody>
      </p:sp>
      <p:sp>
        <p:nvSpPr>
          <p:cNvPr id="24" name="">
            <a:extLst xmlns:a="http://schemas.openxmlformats.org/drawingml/2006/main">
              <a:ext uri="{FF2B5EF4-FFF2-40B4-BE49-F238E27FC236}">
                <a16:creationId xmlns:a16="http://schemas.microsoft.com/office/drawing/2014/main" id="{94133E9F-1786-4A3F-8FC5-97E5449F0C7A}"/>
              </a:ext>
            </a:extLst>
          </p:cNvPr>
          <p:cNvSpPr>
            <a:spLocks xmlns:a="http://schemas.openxmlformats.org/drawingml/2006/main" noGrp="1"/>
          </p:cNvSpPr>
          <p:nvPr/>
        </p:nvSpPr>
        <p:spPr>
          <a:xfrm xmlns:a="http://schemas.openxmlformats.org/drawingml/2006/main">
            <a:off x="4572000" y="5076825"/>
            <a:ext cx="30480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AB60DE0-9834-4945-ACB4-420959954ABE}"/>
              </a:ext>
            </a:extLst>
          </p:cNvPr>
          <p:cNvSpPr>
            <a:spLocks xmlns:a="http://schemas.openxmlformats.org/drawingml/2006/main" noGrp="1"/>
          </p:cNvSpPr>
          <p:nvPr/>
        </p:nvSpPr>
        <p:spPr>
          <a:xfrm xmlns:a="http://schemas.openxmlformats.org/drawingml/2006/main">
            <a:off x="4743450" y="5238750"/>
            <a:ext cx="2705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CAPA</a:t>
            </a:r>
          </a:p>
        </p:txBody>
      </p:sp>
    </p:spTree>
    <p:extLst>
      <p:ext uri="{BB962C8B-B14F-4D97-AF65-F5344CB8AC3E}">
        <p14:creationId xmlns:p14="http://schemas.microsoft.com/office/powerpoint/2010/main" val="7007382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9093982F-9F05-4AE2-9CC7-1C4CE19F5DA0}"/>
              </a:ext>
            </a:extLst>
          </p:cNvPr>
          <p:cNvCxnSpPr>
            <a:stCxn xmlns:a="http://schemas.openxmlformats.org/drawingml/2006/main" id="12" idx="3"/>
            <a:endCxn xmlns:a="http://schemas.openxmlformats.org/drawingml/2006/main" id="14" idx="1"/>
          </p:cNvCxnSpPr>
          <p:nvPr/>
        </p:nvCxnSpPr>
        <p:spPr>
          <a:xfrm xmlns:a="http://schemas.openxmlformats.org/drawingml/2006/main">
            <a:off x="8629650" y="5019675"/>
            <a:ext cx="29527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6C49348B-19BC-4A66-8C8C-C175D5A20203}"/>
              </a:ext>
            </a:extLst>
          </p:cNvPr>
          <p:cNvCxnSpPr>
            <a:stCxn xmlns:a="http://schemas.openxmlformats.org/drawingml/2006/main" id="10" idx="3"/>
            <a:endCxn xmlns:a="http://schemas.openxmlformats.org/drawingml/2006/main" id="12" idx="1"/>
          </p:cNvCxnSpPr>
          <p:nvPr/>
        </p:nvCxnSpPr>
        <p:spPr>
          <a:xfrm xmlns:a="http://schemas.openxmlformats.org/drawingml/2006/main">
            <a:off x="5857875" y="5019675"/>
            <a:ext cx="29527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747BBB3A-F954-49CD-A419-5B41CF011C0E}"/>
              </a:ext>
            </a:extLst>
          </p:cNvPr>
          <p:cNvCxnSpPr>
            <a:stCxn xmlns:a="http://schemas.openxmlformats.org/drawingml/2006/main" id="8" idx="3"/>
            <a:endCxn xmlns:a="http://schemas.openxmlformats.org/drawingml/2006/main" id="10" idx="1"/>
          </p:cNvCxnSpPr>
          <p:nvPr/>
        </p:nvCxnSpPr>
        <p:spPr>
          <a:xfrm xmlns:a="http://schemas.openxmlformats.org/drawingml/2006/main">
            <a:off x="3086100" y="5019675"/>
            <a:ext cx="29527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0" name="">
            <a:extLst xmlns:a="http://schemas.openxmlformats.org/drawingml/2006/main">
              <a:ext uri="{FF2B5EF4-FFF2-40B4-BE49-F238E27FC236}">
                <a16:creationId xmlns:a16="http://schemas.microsoft.com/office/drawing/2014/main" id="{94743790-4B19-4E17-A439-C481EAE101FF}"/>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CEA7CCB3-6597-495C-A7DD-D2C72CF3CA02}"/>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295C2C73-31A2-4D89-98F7-50CCE7A7DF5B}"/>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03 / QUALITY MANAGEMENT</a:t>
            </a:r>
          </a:p>
        </p:txBody>
      </p:sp>
      <p:sp>
        <p:nvSpPr>
          <p:cNvPr id="4" name="">
            <a:extLst xmlns:a="http://schemas.openxmlformats.org/drawingml/2006/main">
              <a:ext uri="{FF2B5EF4-FFF2-40B4-BE49-F238E27FC236}">
                <a16:creationId xmlns:a16="http://schemas.microsoft.com/office/drawing/2014/main" id="{0765A1AD-C34B-406F-978F-FCA8625702D0}"/>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Documentation</a:t>
            </a:r>
          </a:p>
        </p:txBody>
      </p:sp>
      <p:sp>
        <p:nvSpPr>
          <p:cNvPr id="5" name="">
            <a:extLst xmlns:a="http://schemas.openxmlformats.org/drawingml/2006/main">
              <a:ext uri="{FF2B5EF4-FFF2-40B4-BE49-F238E27FC236}">
                <a16:creationId xmlns:a16="http://schemas.microsoft.com/office/drawing/2014/main" id="{C9AEFD82-D81F-463E-B6D3-74881D383095}"/>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08 / 26</a:t>
            </a:r>
          </a:p>
        </p:txBody>
      </p:sp>
      <p:sp>
        <p:nvSpPr>
          <p:cNvPr id="6" name="">
            <a:extLst xmlns:a="http://schemas.openxmlformats.org/drawingml/2006/main">
              <a:ext uri="{FF2B5EF4-FFF2-40B4-BE49-F238E27FC236}">
                <a16:creationId xmlns:a16="http://schemas.microsoft.com/office/drawing/2014/main" id="{EA3D0005-49EC-42FA-88E8-1B2139A4CD69}"/>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354FD3EB-D686-4361-8546-E0980A1CF7C0}"/>
              </a:ext>
            </a:extLst>
          </p:cNvPr>
          <p:cNvSpPr>
            <a:spLocks xmlns:a="http://schemas.openxmlformats.org/drawingml/2006/main" noGrp="1"/>
          </p:cNvSpPr>
          <p:nvPr/>
        </p:nvSpPr>
        <p:spPr>
          <a:xfrm xmlns:a="http://schemas.openxmlformats.org/drawingml/2006/main">
            <a:off x="609600" y="2667000"/>
            <a:ext cx="1047750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825" b="1">
                <a:solidFill>
                  <a:srgbClr val="1778B7"/>
                </a:solidFill>
                <a:latin typeface="Arial"/>
                <a:ea typeface="Arial"/>
                <a:cs typeface="Arial"/>
              </a:defRPr>
            </a:defPPr>
            <a:lvl1pPr algn="l">
              <a:defRPr sz="3825" b="1">
                <a:solidFill>
                  <a:srgbClr val="1778B7"/>
                </a:solidFill>
                <a:latin typeface="Arial"/>
                <a:ea typeface="Arial"/>
                <a:cs typeface="Arial"/>
              </a:defRPr>
            </a:lvl1pPr>
            <a:lvl2pPr algn="l">
              <a:defRPr sz="3825" b="1">
                <a:solidFill>
                  <a:srgbClr val="1778B7"/>
                </a:solidFill>
                <a:latin typeface="Arial"/>
                <a:ea typeface="Arial"/>
                <a:cs typeface="Arial"/>
              </a:defRPr>
            </a:lvl2pPr>
            <a:lvl3pPr algn="l">
              <a:defRPr sz="3825" b="1">
                <a:solidFill>
                  <a:srgbClr val="1778B7"/>
                </a:solidFill>
                <a:latin typeface="Arial"/>
                <a:ea typeface="Arial"/>
                <a:cs typeface="Arial"/>
              </a:defRPr>
            </a:lvl3pPr>
            <a:lvl4pPr algn="l">
              <a:defRPr sz="3825" b="1">
                <a:solidFill>
                  <a:srgbClr val="1778B7"/>
                </a:solidFill>
                <a:latin typeface="Arial"/>
                <a:ea typeface="Arial"/>
                <a:cs typeface="Arial"/>
              </a:defRPr>
            </a:lvl4pPr>
            <a:lvl5pPr algn="l">
              <a:defRPr sz="3825" b="1">
                <a:solidFill>
                  <a:srgbClr val="1778B7"/>
                </a:solidFill>
                <a:latin typeface="Arial"/>
                <a:ea typeface="Arial"/>
                <a:cs typeface="Arial"/>
              </a:defRPr>
            </a:lvl5pPr>
            <a:lvl6pPr algn="l">
              <a:defRPr sz="3825" b="1">
                <a:solidFill>
                  <a:srgbClr val="1778B7"/>
                </a:solidFill>
                <a:latin typeface="Arial"/>
                <a:ea typeface="Arial"/>
                <a:cs typeface="Arial"/>
              </a:defRPr>
            </a:lvl6pPr>
            <a:lvl7pPr algn="l">
              <a:defRPr sz="3825" b="1">
                <a:solidFill>
                  <a:srgbClr val="1778B7"/>
                </a:solidFill>
                <a:latin typeface="Arial"/>
                <a:ea typeface="Arial"/>
                <a:cs typeface="Arial"/>
              </a:defRPr>
            </a:lvl7pPr>
            <a:lvl8pPr algn="l">
              <a:defRPr sz="3825" b="1">
                <a:solidFill>
                  <a:srgbClr val="1778B7"/>
                </a:solidFill>
                <a:latin typeface="Arial"/>
                <a:ea typeface="Arial"/>
                <a:cs typeface="Arial"/>
              </a:defRPr>
            </a:lvl8pPr>
            <a:lvl9pPr algn="l">
              <a:defRPr sz="3825" b="1">
                <a:solidFill>
                  <a:srgbClr val="1778B7"/>
                </a:solidFill>
                <a:latin typeface="Arial"/>
                <a:ea typeface="Arial"/>
                <a:cs typeface="Arial"/>
              </a:defRPr>
            </a:lvl9pPr>
          </a:lstStyle>
          <a:p xmlns:a="http://schemas.openxmlformats.org/drawingml/2006/main">
            <a:pPr algn="l">
              <a:defRPr sz="3825" b="1">
                <a:solidFill>
                  <a:srgbClr val="1778B7"/>
                </a:solidFill>
                <a:latin typeface="Arial"/>
                <a:ea typeface="Arial"/>
                <a:cs typeface="Arial"/>
              </a:defRPr>
            </a:pPr>
            <a:r>
              <a:rPr sz="3825" b="1">
                <a:solidFill>
                  <a:srgbClr val="1778B7"/>
                </a:solidFill>
                <a:latin typeface="Arial"/>
                <a:ea typeface="Arial"/>
                <a:cs typeface="Arial"/>
              </a:rPr>
              <a:t>“If it is not documented,</a:t>
            </a:r>
          </a:p>
          <a:p xmlns:a="http://schemas.openxmlformats.org/drawingml/2006/main">
            <a:pPr algn="l">
              <a:defRPr sz="3825" b="1">
                <a:solidFill>
                  <a:srgbClr val="1778B7"/>
                </a:solidFill>
                <a:latin typeface="Arial"/>
                <a:ea typeface="Arial"/>
                <a:cs typeface="Arial"/>
              </a:defRPr>
            </a:pPr>
            <a:r>
              <a:rPr sz="3825" b="1">
                <a:solidFill>
                  <a:srgbClr val="1778B7"/>
                </a:solidFill>
                <a:latin typeface="Arial"/>
                <a:ea typeface="Arial"/>
                <a:cs typeface="Arial"/>
              </a:rPr>
              <a:t>it did not happen.”</a:t>
            </a:r>
          </a:p>
        </p:txBody>
      </p:sp>
      <p:sp>
        <p:nvSpPr>
          <p:cNvPr id="8" name="">
            <a:extLst xmlns:a="http://schemas.openxmlformats.org/drawingml/2006/main">
              <a:ext uri="{FF2B5EF4-FFF2-40B4-BE49-F238E27FC236}">
                <a16:creationId xmlns:a16="http://schemas.microsoft.com/office/drawing/2014/main" id="{E460FA52-CBB4-4F6C-A170-8C94BBEE0F38}"/>
              </a:ext>
            </a:extLst>
          </p:cNvPr>
          <p:cNvSpPr>
            <a:spLocks xmlns:a="http://schemas.openxmlformats.org/drawingml/2006/main" noGrp="1"/>
          </p:cNvSpPr>
          <p:nvPr/>
        </p:nvSpPr>
        <p:spPr>
          <a:xfrm xmlns:a="http://schemas.openxmlformats.org/drawingml/2006/main">
            <a:off x="609600" y="4686300"/>
            <a:ext cx="24765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CED16F-9F33-4EB8-8B31-3711A749BE17}"/>
              </a:ext>
            </a:extLst>
          </p:cNvPr>
          <p:cNvSpPr>
            <a:spLocks xmlns:a="http://schemas.openxmlformats.org/drawingml/2006/main" noGrp="1"/>
          </p:cNvSpPr>
          <p:nvPr/>
        </p:nvSpPr>
        <p:spPr>
          <a:xfrm xmlns:a="http://schemas.openxmlformats.org/drawingml/2006/main">
            <a:off x="781050" y="484822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Action</a:t>
            </a:r>
          </a:p>
        </p:txBody>
      </p:sp>
      <p:sp>
        <p:nvSpPr>
          <p:cNvPr id="10" name="">
            <a:extLst xmlns:a="http://schemas.openxmlformats.org/drawingml/2006/main">
              <a:ext uri="{FF2B5EF4-FFF2-40B4-BE49-F238E27FC236}">
                <a16:creationId xmlns:a16="http://schemas.microsoft.com/office/drawing/2014/main" id="{76FE34BB-9267-4FA9-A80C-48BFB6B659ED}"/>
              </a:ext>
            </a:extLst>
          </p:cNvPr>
          <p:cNvSpPr>
            <a:spLocks xmlns:a="http://schemas.openxmlformats.org/drawingml/2006/main" noGrp="1"/>
          </p:cNvSpPr>
          <p:nvPr/>
        </p:nvSpPr>
        <p:spPr>
          <a:xfrm xmlns:a="http://schemas.openxmlformats.org/drawingml/2006/main">
            <a:off x="3381375" y="4686300"/>
            <a:ext cx="24765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02EF847-E27F-43E8-AC7A-B82D094AEDA7}"/>
              </a:ext>
            </a:extLst>
          </p:cNvPr>
          <p:cNvSpPr>
            <a:spLocks xmlns:a="http://schemas.openxmlformats.org/drawingml/2006/main" noGrp="1"/>
          </p:cNvSpPr>
          <p:nvPr/>
        </p:nvSpPr>
        <p:spPr>
          <a:xfrm xmlns:a="http://schemas.openxmlformats.org/drawingml/2006/main">
            <a:off x="3552825" y="484822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Record</a:t>
            </a:r>
          </a:p>
        </p:txBody>
      </p:sp>
      <p:sp>
        <p:nvSpPr>
          <p:cNvPr id="12" name="">
            <a:extLst xmlns:a="http://schemas.openxmlformats.org/drawingml/2006/main">
              <a:ext uri="{FF2B5EF4-FFF2-40B4-BE49-F238E27FC236}">
                <a16:creationId xmlns:a16="http://schemas.microsoft.com/office/drawing/2014/main" id="{8E78BA4F-4473-4191-A7F7-26C6B207F0CB}"/>
              </a:ext>
            </a:extLst>
          </p:cNvPr>
          <p:cNvSpPr>
            <a:spLocks xmlns:a="http://schemas.openxmlformats.org/drawingml/2006/main" noGrp="1"/>
          </p:cNvSpPr>
          <p:nvPr/>
        </p:nvSpPr>
        <p:spPr>
          <a:xfrm xmlns:a="http://schemas.openxmlformats.org/drawingml/2006/main">
            <a:off x="6153150" y="4686300"/>
            <a:ext cx="2476500" cy="66675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C61DE53-EAA2-400B-9F06-28D16E16BE24}"/>
              </a:ext>
            </a:extLst>
          </p:cNvPr>
          <p:cNvSpPr>
            <a:spLocks xmlns:a="http://schemas.openxmlformats.org/drawingml/2006/main" noGrp="1"/>
          </p:cNvSpPr>
          <p:nvPr/>
        </p:nvSpPr>
        <p:spPr>
          <a:xfrm xmlns:a="http://schemas.openxmlformats.org/drawingml/2006/main">
            <a:off x="6324600" y="484822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Audit trail</a:t>
            </a:r>
          </a:p>
        </p:txBody>
      </p:sp>
      <p:sp>
        <p:nvSpPr>
          <p:cNvPr id="14" name="">
            <a:extLst xmlns:a="http://schemas.openxmlformats.org/drawingml/2006/main">
              <a:ext uri="{FF2B5EF4-FFF2-40B4-BE49-F238E27FC236}">
                <a16:creationId xmlns:a16="http://schemas.microsoft.com/office/drawing/2014/main" id="{E013557F-36E4-425D-AD98-07B891653524}"/>
              </a:ext>
            </a:extLst>
          </p:cNvPr>
          <p:cNvSpPr>
            <a:spLocks xmlns:a="http://schemas.openxmlformats.org/drawingml/2006/main" noGrp="1"/>
          </p:cNvSpPr>
          <p:nvPr/>
        </p:nvSpPr>
        <p:spPr>
          <a:xfrm xmlns:a="http://schemas.openxmlformats.org/drawingml/2006/main">
            <a:off x="8924925" y="4686300"/>
            <a:ext cx="2476500" cy="6667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627D19-262C-402E-89F9-0AA7BDCE9D21}"/>
              </a:ext>
            </a:extLst>
          </p:cNvPr>
          <p:cNvSpPr>
            <a:spLocks xmlns:a="http://schemas.openxmlformats.org/drawingml/2006/main" noGrp="1"/>
          </p:cNvSpPr>
          <p:nvPr/>
        </p:nvSpPr>
        <p:spPr>
          <a:xfrm xmlns:a="http://schemas.openxmlformats.org/drawingml/2006/main">
            <a:off x="9096375" y="484822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Traceability</a:t>
            </a:r>
          </a:p>
        </p:txBody>
      </p:sp>
      <p:sp>
        <p:nvSpPr>
          <p:cNvPr id="19" name="">
            <a:extLst xmlns:a="http://schemas.openxmlformats.org/drawingml/2006/main">
              <a:ext uri="{FF2B5EF4-FFF2-40B4-BE49-F238E27FC236}">
                <a16:creationId xmlns:a16="http://schemas.microsoft.com/office/drawing/2014/main" id="{1CFB56B6-4513-4C2F-B2DA-264DFB18B308}"/>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Records provide retrievable evidence for decisions, investigations and audits</a:t>
            </a:r>
          </a:p>
        </p:txBody>
      </p:sp>
    </p:spTree>
    <p:extLst>
      <p:ext uri="{BB962C8B-B14F-4D97-AF65-F5344CB8AC3E}">
        <p14:creationId xmlns:p14="http://schemas.microsoft.com/office/powerpoint/2010/main" val="14316162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0E640E7F-C532-4D71-8183-7B4E48166EA8}"/>
              </a:ext>
            </a:extLst>
          </p:cNvPr>
          <p:cNvCxnSpPr>
            <a:stCxn xmlns:a="http://schemas.openxmlformats.org/drawingml/2006/main" id="13" idx="0"/>
            <a:endCxn xmlns:a="http://schemas.openxmlformats.org/drawingml/2006/main" id="7" idx="2"/>
          </p:cNvCxnSpPr>
          <p:nvPr/>
        </p:nvCxnSpPr>
        <p:spPr>
          <a:xfrm xmlns:a="http://schemas.openxmlformats.org/drawingml/2006/main" flipV="1">
            <a:off x="3190875" y="3609975"/>
            <a:ext cx="0" cy="9239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F09AA746-B933-42AA-8C95-BA901788E31F}"/>
              </a:ext>
            </a:extLst>
          </p:cNvPr>
          <p:cNvCxnSpPr>
            <a:stCxn xmlns:a="http://schemas.openxmlformats.org/drawingml/2006/main" id="11" idx="1"/>
            <a:endCxn xmlns:a="http://schemas.openxmlformats.org/drawingml/2006/main" id="13" idx="3"/>
          </p:cNvCxnSpPr>
          <p:nvPr/>
        </p:nvCxnSpPr>
        <p:spPr>
          <a:xfrm xmlns:a="http://schemas.openxmlformats.org/drawingml/2006/main" flipH="1">
            <a:off x="5191125" y="4948238"/>
            <a:ext cx="176212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B46E378E-EF12-4672-989F-848F4D441278}"/>
              </a:ext>
            </a:extLst>
          </p:cNvPr>
          <p:cNvCxnSpPr>
            <a:stCxn xmlns:a="http://schemas.openxmlformats.org/drawingml/2006/main" id="9" idx="2"/>
            <a:endCxn xmlns:a="http://schemas.openxmlformats.org/drawingml/2006/main" id="11" idx="0"/>
          </p:cNvCxnSpPr>
          <p:nvPr/>
        </p:nvCxnSpPr>
        <p:spPr>
          <a:xfrm xmlns:a="http://schemas.openxmlformats.org/drawingml/2006/main">
            <a:off x="8953500" y="3609975"/>
            <a:ext cx="0" cy="9239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375F89DF-E3B6-419A-A7C1-86671F049143}"/>
              </a:ext>
            </a:extLst>
          </p:cNvPr>
          <p:cNvCxnSpPr>
            <a:stCxn xmlns:a="http://schemas.openxmlformats.org/drawingml/2006/main" id="7" idx="3"/>
            <a:endCxn xmlns:a="http://schemas.openxmlformats.org/drawingml/2006/main" id="9" idx="1"/>
          </p:cNvCxnSpPr>
          <p:nvPr/>
        </p:nvCxnSpPr>
        <p:spPr>
          <a:xfrm xmlns:a="http://schemas.openxmlformats.org/drawingml/2006/main">
            <a:off x="5191125" y="3195638"/>
            <a:ext cx="176212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1" name="">
            <a:extLst xmlns:a="http://schemas.openxmlformats.org/drawingml/2006/main">
              <a:ext uri="{FF2B5EF4-FFF2-40B4-BE49-F238E27FC236}">
                <a16:creationId xmlns:a16="http://schemas.microsoft.com/office/drawing/2014/main" id="{F27BE33F-2937-461A-8D2E-4279694C7138}"/>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938C93B6-1657-4346-9282-533EBFE72A7B}"/>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47D1369A-9552-4B1C-BD8B-3CC63E9AD2DD}"/>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03 / QUALITY MANAGEMENT</a:t>
            </a:r>
          </a:p>
        </p:txBody>
      </p:sp>
      <p:sp>
        <p:nvSpPr>
          <p:cNvPr id="4" name="">
            <a:extLst xmlns:a="http://schemas.openxmlformats.org/drawingml/2006/main">
              <a:ext uri="{FF2B5EF4-FFF2-40B4-BE49-F238E27FC236}">
                <a16:creationId xmlns:a16="http://schemas.microsoft.com/office/drawing/2014/main" id="{0761014A-A71A-4177-BE3D-7FFF5AB75335}"/>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Risk management</a:t>
            </a:r>
          </a:p>
        </p:txBody>
      </p:sp>
      <p:sp>
        <p:nvSpPr>
          <p:cNvPr id="5" name="">
            <a:extLst xmlns:a="http://schemas.openxmlformats.org/drawingml/2006/main">
              <a:ext uri="{FF2B5EF4-FFF2-40B4-BE49-F238E27FC236}">
                <a16:creationId xmlns:a16="http://schemas.microsoft.com/office/drawing/2014/main" id="{A9EA2323-F6B4-484D-9B40-DDDD01A361DF}"/>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09 / 26</a:t>
            </a:r>
          </a:p>
        </p:txBody>
      </p:sp>
      <p:sp>
        <p:nvSpPr>
          <p:cNvPr id="6" name="">
            <a:extLst xmlns:a="http://schemas.openxmlformats.org/drawingml/2006/main">
              <a:ext uri="{FF2B5EF4-FFF2-40B4-BE49-F238E27FC236}">
                <a16:creationId xmlns:a16="http://schemas.microsoft.com/office/drawing/2014/main" id="{631076C8-8D8E-400D-AB97-F09C3FF2CAC2}"/>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E3970AD0-13C5-46BB-B67C-3A216E31C998}"/>
              </a:ext>
            </a:extLst>
          </p:cNvPr>
          <p:cNvSpPr>
            <a:spLocks xmlns:a="http://schemas.openxmlformats.org/drawingml/2006/main" noGrp="1"/>
          </p:cNvSpPr>
          <p:nvPr/>
        </p:nvSpPr>
        <p:spPr>
          <a:xfrm xmlns:a="http://schemas.openxmlformats.org/drawingml/2006/main">
            <a:off x="1190625" y="2781300"/>
            <a:ext cx="4000500" cy="8286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855C099-5BBA-4C5C-8391-05DCD96780DB}"/>
              </a:ext>
            </a:extLst>
          </p:cNvPr>
          <p:cNvSpPr>
            <a:spLocks xmlns:a="http://schemas.openxmlformats.org/drawingml/2006/main" noGrp="1"/>
          </p:cNvSpPr>
          <p:nvPr/>
        </p:nvSpPr>
        <p:spPr>
          <a:xfrm xmlns:a="http://schemas.openxmlformats.org/drawingml/2006/main">
            <a:off x="1362075" y="2943225"/>
            <a:ext cx="365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1  Identify risks</a:t>
            </a:r>
          </a:p>
        </p:txBody>
      </p:sp>
      <p:sp>
        <p:nvSpPr>
          <p:cNvPr id="9" name="">
            <a:extLst xmlns:a="http://schemas.openxmlformats.org/drawingml/2006/main">
              <a:ext uri="{FF2B5EF4-FFF2-40B4-BE49-F238E27FC236}">
                <a16:creationId xmlns:a16="http://schemas.microsoft.com/office/drawing/2014/main" id="{3FDB26AE-114D-492C-AA35-B2DA334ED33A}"/>
              </a:ext>
            </a:extLst>
          </p:cNvPr>
          <p:cNvSpPr>
            <a:spLocks xmlns:a="http://schemas.openxmlformats.org/drawingml/2006/main" noGrp="1"/>
          </p:cNvSpPr>
          <p:nvPr/>
        </p:nvSpPr>
        <p:spPr>
          <a:xfrm xmlns:a="http://schemas.openxmlformats.org/drawingml/2006/main">
            <a:off x="6953250" y="2781300"/>
            <a:ext cx="4000500" cy="8286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4AA3E7-1DD7-4CA9-A0DA-8753230DBD15}"/>
              </a:ext>
            </a:extLst>
          </p:cNvPr>
          <p:cNvSpPr>
            <a:spLocks xmlns:a="http://schemas.openxmlformats.org/drawingml/2006/main" noGrp="1"/>
          </p:cNvSpPr>
          <p:nvPr/>
        </p:nvSpPr>
        <p:spPr>
          <a:xfrm xmlns:a="http://schemas.openxmlformats.org/drawingml/2006/main">
            <a:off x="7124700" y="2943225"/>
            <a:ext cx="365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2  Assess impact</a:t>
            </a:r>
          </a:p>
        </p:txBody>
      </p:sp>
      <p:sp>
        <p:nvSpPr>
          <p:cNvPr id="11" name="">
            <a:extLst xmlns:a="http://schemas.openxmlformats.org/drawingml/2006/main">
              <a:ext uri="{FF2B5EF4-FFF2-40B4-BE49-F238E27FC236}">
                <a16:creationId xmlns:a16="http://schemas.microsoft.com/office/drawing/2014/main" id="{7AD424CF-BBCC-4320-9034-222E46B6D825}"/>
              </a:ext>
            </a:extLst>
          </p:cNvPr>
          <p:cNvSpPr>
            <a:spLocks xmlns:a="http://schemas.openxmlformats.org/drawingml/2006/main" noGrp="1"/>
          </p:cNvSpPr>
          <p:nvPr/>
        </p:nvSpPr>
        <p:spPr>
          <a:xfrm xmlns:a="http://schemas.openxmlformats.org/drawingml/2006/main">
            <a:off x="6953250" y="4533900"/>
            <a:ext cx="4000500" cy="8286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220F89-BB74-4931-9D55-EA71E6D00675}"/>
              </a:ext>
            </a:extLst>
          </p:cNvPr>
          <p:cNvSpPr>
            <a:spLocks xmlns:a="http://schemas.openxmlformats.org/drawingml/2006/main" noGrp="1"/>
          </p:cNvSpPr>
          <p:nvPr/>
        </p:nvSpPr>
        <p:spPr>
          <a:xfrm xmlns:a="http://schemas.openxmlformats.org/drawingml/2006/main">
            <a:off x="7124700" y="4695825"/>
            <a:ext cx="365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3  Implement controls</a:t>
            </a:r>
          </a:p>
        </p:txBody>
      </p:sp>
      <p:sp>
        <p:nvSpPr>
          <p:cNvPr id="13" name="">
            <a:extLst xmlns:a="http://schemas.openxmlformats.org/drawingml/2006/main">
              <a:ext uri="{FF2B5EF4-FFF2-40B4-BE49-F238E27FC236}">
                <a16:creationId xmlns:a16="http://schemas.microsoft.com/office/drawing/2014/main" id="{01724671-2CF4-4FDD-93CB-1F65BAC8BF49}"/>
              </a:ext>
            </a:extLst>
          </p:cNvPr>
          <p:cNvSpPr>
            <a:spLocks xmlns:a="http://schemas.openxmlformats.org/drawingml/2006/main" noGrp="1"/>
          </p:cNvSpPr>
          <p:nvPr/>
        </p:nvSpPr>
        <p:spPr>
          <a:xfrm xmlns:a="http://schemas.openxmlformats.org/drawingml/2006/main">
            <a:off x="1190625" y="4533900"/>
            <a:ext cx="4000500" cy="8286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25F22D-FB30-48FA-8A17-8CDDA371753C}"/>
              </a:ext>
            </a:extLst>
          </p:cNvPr>
          <p:cNvSpPr>
            <a:spLocks xmlns:a="http://schemas.openxmlformats.org/drawingml/2006/main" noGrp="1"/>
          </p:cNvSpPr>
          <p:nvPr/>
        </p:nvSpPr>
        <p:spPr>
          <a:xfrm xmlns:a="http://schemas.openxmlformats.org/drawingml/2006/main">
            <a:off x="1362075" y="4695825"/>
            <a:ext cx="365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4  Monitor effectiveness</a:t>
            </a:r>
          </a:p>
        </p:txBody>
      </p:sp>
      <p:sp>
        <p:nvSpPr>
          <p:cNvPr id="19" name="">
            <a:extLst xmlns:a="http://schemas.openxmlformats.org/drawingml/2006/main">
              <a:ext uri="{FF2B5EF4-FFF2-40B4-BE49-F238E27FC236}">
                <a16:creationId xmlns:a16="http://schemas.microsoft.com/office/drawing/2014/main" id="{D28F5C1B-417C-4C73-9305-4A0665E888EA}"/>
              </a:ext>
            </a:extLst>
          </p:cNvPr>
          <p:cNvSpPr>
            <a:spLocks xmlns:a="http://schemas.openxmlformats.org/drawingml/2006/main" noGrp="1"/>
          </p:cNvSpPr>
          <p:nvPr/>
        </p:nvSpPr>
        <p:spPr>
          <a:xfrm xmlns:a="http://schemas.openxmlformats.org/drawingml/2006/main">
            <a:off x="3714750" y="395287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1778B7"/>
                </a:solidFill>
                <a:latin typeface="Arial"/>
                <a:ea typeface="Arial"/>
                <a:cs typeface="Arial"/>
              </a:defRPr>
            </a:defPPr>
            <a:lvl1pPr algn="ctr">
              <a:defRPr sz="1050" b="1">
                <a:solidFill>
                  <a:srgbClr val="1778B7"/>
                </a:solidFill>
                <a:latin typeface="Arial"/>
                <a:ea typeface="Arial"/>
                <a:cs typeface="Arial"/>
              </a:defRPr>
            </a:lvl1pPr>
            <a:lvl2pPr algn="ctr">
              <a:defRPr sz="1050" b="1">
                <a:solidFill>
                  <a:srgbClr val="1778B7"/>
                </a:solidFill>
                <a:latin typeface="Arial"/>
                <a:ea typeface="Arial"/>
                <a:cs typeface="Arial"/>
              </a:defRPr>
            </a:lvl2pPr>
            <a:lvl3pPr algn="ctr">
              <a:defRPr sz="1050" b="1">
                <a:solidFill>
                  <a:srgbClr val="1778B7"/>
                </a:solidFill>
                <a:latin typeface="Arial"/>
                <a:ea typeface="Arial"/>
                <a:cs typeface="Arial"/>
              </a:defRPr>
            </a:lvl3pPr>
            <a:lvl4pPr algn="ctr">
              <a:defRPr sz="1050" b="1">
                <a:solidFill>
                  <a:srgbClr val="1778B7"/>
                </a:solidFill>
                <a:latin typeface="Arial"/>
                <a:ea typeface="Arial"/>
                <a:cs typeface="Arial"/>
              </a:defRPr>
            </a:lvl4pPr>
            <a:lvl5pPr algn="ctr">
              <a:defRPr sz="1050" b="1">
                <a:solidFill>
                  <a:srgbClr val="1778B7"/>
                </a:solidFill>
                <a:latin typeface="Arial"/>
                <a:ea typeface="Arial"/>
                <a:cs typeface="Arial"/>
              </a:defRPr>
            </a:lvl5pPr>
            <a:lvl6pPr algn="ctr">
              <a:defRPr sz="1050" b="1">
                <a:solidFill>
                  <a:srgbClr val="1778B7"/>
                </a:solidFill>
                <a:latin typeface="Arial"/>
                <a:ea typeface="Arial"/>
                <a:cs typeface="Arial"/>
              </a:defRPr>
            </a:lvl6pPr>
            <a:lvl7pPr algn="ctr">
              <a:defRPr sz="1050" b="1">
                <a:solidFill>
                  <a:srgbClr val="1778B7"/>
                </a:solidFill>
                <a:latin typeface="Arial"/>
                <a:ea typeface="Arial"/>
                <a:cs typeface="Arial"/>
              </a:defRPr>
            </a:lvl7pPr>
            <a:lvl8pPr algn="ctr">
              <a:defRPr sz="1050" b="1">
                <a:solidFill>
                  <a:srgbClr val="1778B7"/>
                </a:solidFill>
                <a:latin typeface="Arial"/>
                <a:ea typeface="Arial"/>
                <a:cs typeface="Arial"/>
              </a:defRPr>
            </a:lvl8pPr>
            <a:lvl9pPr algn="ctr">
              <a:defRPr sz="1050" b="1">
                <a:solidFill>
                  <a:srgbClr val="1778B7"/>
                </a:solidFill>
                <a:latin typeface="Arial"/>
                <a:ea typeface="Arial"/>
                <a:cs typeface="Arial"/>
              </a:defRPr>
            </a:lvl9pPr>
          </a:lstStyle>
          <a:p xmlns:a="http://schemas.openxmlformats.org/drawingml/2006/main">
            <a:pPr algn="ctr">
              <a:defRPr sz="1050" b="1">
                <a:solidFill>
                  <a:srgbClr val="1778B7"/>
                </a:solidFill>
                <a:latin typeface="Arial"/>
                <a:ea typeface="Arial"/>
                <a:cs typeface="Arial"/>
              </a:defRPr>
            </a:pPr>
            <a:r>
              <a:rPr sz="1050" b="1">
                <a:solidFill>
                  <a:srgbClr val="1778B7"/>
                </a:solidFill>
                <a:latin typeface="Arial"/>
                <a:ea typeface="Arial"/>
                <a:cs typeface="Arial"/>
              </a:rPr>
              <a:t>TRANSPORT TEMPERATURE EXCURSION</a:t>
            </a:r>
          </a:p>
        </p:txBody>
      </p:sp>
      <p:sp>
        <p:nvSpPr>
          <p:cNvPr id="20" name="">
            <a:extLst xmlns:a="http://schemas.openxmlformats.org/drawingml/2006/main">
              <a:ext uri="{FF2B5EF4-FFF2-40B4-BE49-F238E27FC236}">
                <a16:creationId xmlns:a16="http://schemas.microsoft.com/office/drawing/2014/main" id="{CC318683-D5E2-434D-A332-115E48353572}"/>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Control selection and review should follow the assessed risk</a:t>
            </a:r>
          </a:p>
        </p:txBody>
      </p:sp>
    </p:spTree>
    <p:extLst>
      <p:ext uri="{BB962C8B-B14F-4D97-AF65-F5344CB8AC3E}">
        <p14:creationId xmlns:p14="http://schemas.microsoft.com/office/powerpoint/2010/main" val="5223300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EE67AA3-44BA-4F1E-BA0C-B52CC49F2551}"/>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694F35B8-2F43-4C7B-A3DA-2FBD4A0DFAFF}"/>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38767176-329A-4F12-86A7-25993D5BD815}"/>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04 / GDP IN PRACTICE</a:t>
            </a:r>
          </a:p>
        </p:txBody>
      </p:sp>
      <p:sp>
        <p:nvSpPr>
          <p:cNvPr id="4" name="">
            <a:extLst xmlns:a="http://schemas.openxmlformats.org/drawingml/2006/main">
              <a:ext uri="{FF2B5EF4-FFF2-40B4-BE49-F238E27FC236}">
                <a16:creationId xmlns:a16="http://schemas.microsoft.com/office/drawing/2014/main" id="{78DD7650-2BDA-45CF-9C61-59818A96C18D}"/>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Storage requirements</a:t>
            </a:r>
          </a:p>
        </p:txBody>
      </p:sp>
      <p:sp>
        <p:nvSpPr>
          <p:cNvPr id="5" name="">
            <a:extLst xmlns:a="http://schemas.openxmlformats.org/drawingml/2006/main">
              <a:ext uri="{FF2B5EF4-FFF2-40B4-BE49-F238E27FC236}">
                <a16:creationId xmlns:a16="http://schemas.microsoft.com/office/drawing/2014/main" id="{BE2E9D45-11C4-4D17-AF54-1CD0935B4482}"/>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10 / 26</a:t>
            </a:r>
          </a:p>
        </p:txBody>
      </p:sp>
      <p:sp>
        <p:nvSpPr>
          <p:cNvPr id="6" name="">
            <a:extLst xmlns:a="http://schemas.openxmlformats.org/drawingml/2006/main">
              <a:ext uri="{FF2B5EF4-FFF2-40B4-BE49-F238E27FC236}">
                <a16:creationId xmlns:a16="http://schemas.microsoft.com/office/drawing/2014/main" id="{CBDB5A47-F786-466D-AA79-9809EE7DA870}"/>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CEDCE525-1D3B-4827-B450-C61D368D659A}"/>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A controlled environment with clear stock status and secure access.</a:t>
            </a:r>
          </a:p>
        </p:txBody>
      </p:sp>
      <p:sp>
        <p:nvSpPr>
          <p:cNvPr id="8" name="">
            <a:extLst xmlns:a="http://schemas.openxmlformats.org/drawingml/2006/main">
              <a:ext uri="{FF2B5EF4-FFF2-40B4-BE49-F238E27FC236}">
                <a16:creationId xmlns:a16="http://schemas.microsoft.com/office/drawing/2014/main" id="{5A841FDD-C29D-4F4A-A794-69D28DFEEE39}"/>
              </a:ext>
            </a:extLst>
          </p:cNvPr>
          <p:cNvSpPr>
            <a:spLocks xmlns:a="http://schemas.openxmlformats.org/drawingml/2006/main" noGrp="1"/>
          </p:cNvSpPr>
          <p:nvPr/>
        </p:nvSpPr>
        <p:spPr>
          <a:xfrm xmlns:a="http://schemas.openxmlformats.org/drawingml/2006/main">
            <a:off x="609600" y="3419475"/>
            <a:ext cx="5334000" cy="18669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8F5A34B-FDB2-4243-8C46-D4E33B1BA8B6}"/>
              </a:ext>
            </a:extLst>
          </p:cNvPr>
          <p:cNvSpPr>
            <a:spLocks xmlns:a="http://schemas.openxmlformats.org/drawingml/2006/main" noGrp="1"/>
          </p:cNvSpPr>
          <p:nvPr/>
        </p:nvSpPr>
        <p:spPr>
          <a:xfrm xmlns:a="http://schemas.openxmlformats.org/drawingml/2006/main">
            <a:off x="781050" y="3581400"/>
            <a:ext cx="49911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102E4C"/>
                </a:solidFill>
                <a:latin typeface="Arial"/>
                <a:ea typeface="Arial"/>
                <a:cs typeface="Arial"/>
              </a:defRPr>
            </a:defPPr>
            <a:lvl1pPr algn="l">
              <a:defRPr sz="2250" b="1">
                <a:solidFill>
                  <a:srgbClr val="102E4C"/>
                </a:solidFill>
                <a:latin typeface="Arial"/>
                <a:ea typeface="Arial"/>
                <a:cs typeface="Arial"/>
              </a:defRPr>
            </a:lvl1pPr>
            <a:lvl2pPr algn="l">
              <a:defRPr sz="2250" b="1">
                <a:solidFill>
                  <a:srgbClr val="102E4C"/>
                </a:solidFill>
                <a:latin typeface="Arial"/>
                <a:ea typeface="Arial"/>
                <a:cs typeface="Arial"/>
              </a:defRPr>
            </a:lvl2pPr>
            <a:lvl3pPr algn="l">
              <a:defRPr sz="2250" b="1">
                <a:solidFill>
                  <a:srgbClr val="102E4C"/>
                </a:solidFill>
                <a:latin typeface="Arial"/>
                <a:ea typeface="Arial"/>
                <a:cs typeface="Arial"/>
              </a:defRPr>
            </a:lvl3pPr>
            <a:lvl4pPr algn="l">
              <a:defRPr sz="2250" b="1">
                <a:solidFill>
                  <a:srgbClr val="102E4C"/>
                </a:solidFill>
                <a:latin typeface="Arial"/>
                <a:ea typeface="Arial"/>
                <a:cs typeface="Arial"/>
              </a:defRPr>
            </a:lvl4pPr>
            <a:lvl5pPr algn="l">
              <a:defRPr sz="2250" b="1">
                <a:solidFill>
                  <a:srgbClr val="102E4C"/>
                </a:solidFill>
                <a:latin typeface="Arial"/>
                <a:ea typeface="Arial"/>
                <a:cs typeface="Arial"/>
              </a:defRPr>
            </a:lvl5pPr>
            <a:lvl6pPr algn="l">
              <a:defRPr sz="2250" b="1">
                <a:solidFill>
                  <a:srgbClr val="102E4C"/>
                </a:solidFill>
                <a:latin typeface="Arial"/>
                <a:ea typeface="Arial"/>
                <a:cs typeface="Arial"/>
              </a:defRPr>
            </a:lvl6pPr>
            <a:lvl7pPr algn="l">
              <a:defRPr sz="2250" b="1">
                <a:solidFill>
                  <a:srgbClr val="102E4C"/>
                </a:solidFill>
                <a:latin typeface="Arial"/>
                <a:ea typeface="Arial"/>
                <a:cs typeface="Arial"/>
              </a:defRPr>
            </a:lvl7pPr>
            <a:lvl8pPr algn="l">
              <a:defRPr sz="2250" b="1">
                <a:solidFill>
                  <a:srgbClr val="102E4C"/>
                </a:solidFill>
                <a:latin typeface="Arial"/>
                <a:ea typeface="Arial"/>
                <a:cs typeface="Arial"/>
              </a:defRPr>
            </a:lvl8pPr>
            <a:lvl9pPr algn="l">
              <a:defRPr sz="2250" b="1">
                <a:solidFill>
                  <a:srgbClr val="102E4C"/>
                </a:solidFill>
                <a:latin typeface="Arial"/>
                <a:ea typeface="Arial"/>
                <a:cs typeface="Arial"/>
              </a:defRPr>
            </a:lvl9pPr>
          </a:lstStyle>
          <a:p xmlns:a="http://schemas.openxmlformats.org/drawingml/2006/main">
            <a:pPr algn="l">
              <a:defRPr sz="2250" b="1">
                <a:solidFill>
                  <a:srgbClr val="102E4C"/>
                </a:solidFill>
                <a:latin typeface="Arial"/>
                <a:ea typeface="Arial"/>
                <a:cs typeface="Arial"/>
              </a:defRPr>
            </a:pPr>
            <a:r>
              <a:rPr sz="2250" b="1">
                <a:solidFill>
                  <a:srgbClr val="102E4C"/>
                </a:solidFill>
                <a:latin typeface="Arial"/>
                <a:ea typeface="Arial"/>
                <a:cs typeface="Arial"/>
              </a:rPr>
              <a:t>RELEASED</a:t>
            </a:r>
          </a:p>
          <a:p xmlns:a="http://schemas.openxmlformats.org/drawingml/2006/main">
            <a:pPr algn="l">
              <a:defRPr sz="2250" b="1">
                <a:solidFill>
                  <a:srgbClr val="102E4C"/>
                </a:solidFill>
                <a:latin typeface="Arial"/>
                <a:ea typeface="Arial"/>
                <a:cs typeface="Arial"/>
              </a:defRPr>
            </a:pPr>
            <a:r>
              <a:rPr sz="2250" b="1">
                <a:solidFill>
                  <a:srgbClr val="102E4C"/>
                </a:solidFill>
                <a:latin typeface="Arial"/>
                <a:ea typeface="Arial"/>
                <a:cs typeface="Arial"/>
              </a:rPr>
              <a:t>Eligible for dispatch</a:t>
            </a:r>
          </a:p>
        </p:txBody>
      </p:sp>
      <p:sp>
        <p:nvSpPr>
          <p:cNvPr id="10" name="">
            <a:extLst xmlns:a="http://schemas.openxmlformats.org/drawingml/2006/main">
              <a:ext uri="{FF2B5EF4-FFF2-40B4-BE49-F238E27FC236}">
                <a16:creationId xmlns:a16="http://schemas.microsoft.com/office/drawing/2014/main" id="{3A4AC25B-CF51-4858-B75B-A4FCC574FABC}"/>
              </a:ext>
            </a:extLst>
          </p:cNvPr>
          <p:cNvSpPr>
            <a:spLocks xmlns:a="http://schemas.openxmlformats.org/drawingml/2006/main" noGrp="1"/>
          </p:cNvSpPr>
          <p:nvPr/>
        </p:nvSpPr>
        <p:spPr>
          <a:xfrm xmlns:a="http://schemas.openxmlformats.org/drawingml/2006/main">
            <a:off x="6219825" y="3419475"/>
            <a:ext cx="2533650" cy="83820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F18606-8A87-4E5B-894B-6024935A367A}"/>
              </a:ext>
            </a:extLst>
          </p:cNvPr>
          <p:cNvSpPr>
            <a:spLocks xmlns:a="http://schemas.openxmlformats.org/drawingml/2006/main" noGrp="1"/>
          </p:cNvSpPr>
          <p:nvPr/>
        </p:nvSpPr>
        <p:spPr>
          <a:xfrm xmlns:a="http://schemas.openxmlformats.org/drawingml/2006/main">
            <a:off x="6391275" y="3581400"/>
            <a:ext cx="219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FFFFFF"/>
                </a:solidFill>
                <a:latin typeface="Arial"/>
                <a:ea typeface="Arial"/>
                <a:cs typeface="Arial"/>
              </a:defRPr>
            </a:defPPr>
            <a:lvl1pPr algn="l">
              <a:defRPr sz="1725" b="1">
                <a:solidFill>
                  <a:srgbClr val="FFFFFF"/>
                </a:solidFill>
                <a:latin typeface="Arial"/>
                <a:ea typeface="Arial"/>
                <a:cs typeface="Arial"/>
              </a:defRPr>
            </a:lvl1pPr>
            <a:lvl2pPr algn="l">
              <a:defRPr sz="1725" b="1">
                <a:solidFill>
                  <a:srgbClr val="FFFFFF"/>
                </a:solidFill>
                <a:latin typeface="Arial"/>
                <a:ea typeface="Arial"/>
                <a:cs typeface="Arial"/>
              </a:defRPr>
            </a:lvl2pPr>
            <a:lvl3pPr algn="l">
              <a:defRPr sz="1725" b="1">
                <a:solidFill>
                  <a:srgbClr val="FFFFFF"/>
                </a:solidFill>
                <a:latin typeface="Arial"/>
                <a:ea typeface="Arial"/>
                <a:cs typeface="Arial"/>
              </a:defRPr>
            </a:lvl3pPr>
            <a:lvl4pPr algn="l">
              <a:defRPr sz="1725" b="1">
                <a:solidFill>
                  <a:srgbClr val="FFFFFF"/>
                </a:solidFill>
                <a:latin typeface="Arial"/>
                <a:ea typeface="Arial"/>
                <a:cs typeface="Arial"/>
              </a:defRPr>
            </a:lvl4pPr>
            <a:lvl5pPr algn="l">
              <a:defRPr sz="1725" b="1">
                <a:solidFill>
                  <a:srgbClr val="FFFFFF"/>
                </a:solidFill>
                <a:latin typeface="Arial"/>
                <a:ea typeface="Arial"/>
                <a:cs typeface="Arial"/>
              </a:defRPr>
            </a:lvl5pPr>
            <a:lvl6pPr algn="l">
              <a:defRPr sz="1725" b="1">
                <a:solidFill>
                  <a:srgbClr val="FFFFFF"/>
                </a:solidFill>
                <a:latin typeface="Arial"/>
                <a:ea typeface="Arial"/>
                <a:cs typeface="Arial"/>
              </a:defRPr>
            </a:lvl6pPr>
            <a:lvl7pPr algn="l">
              <a:defRPr sz="1725" b="1">
                <a:solidFill>
                  <a:srgbClr val="FFFFFF"/>
                </a:solidFill>
                <a:latin typeface="Arial"/>
                <a:ea typeface="Arial"/>
                <a:cs typeface="Arial"/>
              </a:defRPr>
            </a:lvl7pPr>
            <a:lvl8pPr algn="l">
              <a:defRPr sz="1725" b="1">
                <a:solidFill>
                  <a:srgbClr val="FFFFFF"/>
                </a:solidFill>
                <a:latin typeface="Arial"/>
                <a:ea typeface="Arial"/>
                <a:cs typeface="Arial"/>
              </a:defRPr>
            </a:lvl8pPr>
            <a:lvl9pPr algn="l">
              <a:defRPr sz="1725" b="1">
                <a:solidFill>
                  <a:srgbClr val="FFFFFF"/>
                </a:solidFill>
                <a:latin typeface="Arial"/>
                <a:ea typeface="Arial"/>
                <a:cs typeface="Arial"/>
              </a:defRPr>
            </a:lvl9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QUARANTINE</a:t>
            </a:r>
          </a:p>
        </p:txBody>
      </p:sp>
      <p:sp>
        <p:nvSpPr>
          <p:cNvPr id="12" name="">
            <a:extLst xmlns:a="http://schemas.openxmlformats.org/drawingml/2006/main">
              <a:ext uri="{FF2B5EF4-FFF2-40B4-BE49-F238E27FC236}">
                <a16:creationId xmlns:a16="http://schemas.microsoft.com/office/drawing/2014/main" id="{3AF7324E-0F5C-41E6-A5FC-A43B2A249490}"/>
              </a:ext>
            </a:extLst>
          </p:cNvPr>
          <p:cNvSpPr>
            <a:spLocks xmlns:a="http://schemas.openxmlformats.org/drawingml/2006/main" noGrp="1"/>
          </p:cNvSpPr>
          <p:nvPr/>
        </p:nvSpPr>
        <p:spPr>
          <a:xfrm xmlns:a="http://schemas.openxmlformats.org/drawingml/2006/main">
            <a:off x="9001125" y="3419475"/>
            <a:ext cx="2533650" cy="8382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6756A5-40BC-463E-9148-01C990535543}"/>
              </a:ext>
            </a:extLst>
          </p:cNvPr>
          <p:cNvSpPr>
            <a:spLocks xmlns:a="http://schemas.openxmlformats.org/drawingml/2006/main" noGrp="1"/>
          </p:cNvSpPr>
          <p:nvPr/>
        </p:nvSpPr>
        <p:spPr>
          <a:xfrm xmlns:a="http://schemas.openxmlformats.org/drawingml/2006/main">
            <a:off x="9172575" y="3581400"/>
            <a:ext cx="219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102E4C"/>
                </a:solidFill>
                <a:latin typeface="Arial"/>
                <a:ea typeface="Arial"/>
                <a:cs typeface="Arial"/>
              </a:defRPr>
            </a:defPPr>
            <a:lvl1pPr algn="l">
              <a:defRPr sz="1725" b="1">
                <a:solidFill>
                  <a:srgbClr val="102E4C"/>
                </a:solidFill>
                <a:latin typeface="Arial"/>
                <a:ea typeface="Arial"/>
                <a:cs typeface="Arial"/>
              </a:defRPr>
            </a:lvl1pPr>
            <a:lvl2pPr algn="l">
              <a:defRPr sz="1725" b="1">
                <a:solidFill>
                  <a:srgbClr val="102E4C"/>
                </a:solidFill>
                <a:latin typeface="Arial"/>
                <a:ea typeface="Arial"/>
                <a:cs typeface="Arial"/>
              </a:defRPr>
            </a:lvl2pPr>
            <a:lvl3pPr algn="l">
              <a:defRPr sz="1725" b="1">
                <a:solidFill>
                  <a:srgbClr val="102E4C"/>
                </a:solidFill>
                <a:latin typeface="Arial"/>
                <a:ea typeface="Arial"/>
                <a:cs typeface="Arial"/>
              </a:defRPr>
            </a:lvl3pPr>
            <a:lvl4pPr algn="l">
              <a:defRPr sz="1725" b="1">
                <a:solidFill>
                  <a:srgbClr val="102E4C"/>
                </a:solidFill>
                <a:latin typeface="Arial"/>
                <a:ea typeface="Arial"/>
                <a:cs typeface="Arial"/>
              </a:defRPr>
            </a:lvl4pPr>
            <a:lvl5pPr algn="l">
              <a:defRPr sz="1725" b="1">
                <a:solidFill>
                  <a:srgbClr val="102E4C"/>
                </a:solidFill>
                <a:latin typeface="Arial"/>
                <a:ea typeface="Arial"/>
                <a:cs typeface="Arial"/>
              </a:defRPr>
            </a:lvl5pPr>
            <a:lvl6pPr algn="l">
              <a:defRPr sz="1725" b="1">
                <a:solidFill>
                  <a:srgbClr val="102E4C"/>
                </a:solidFill>
                <a:latin typeface="Arial"/>
                <a:ea typeface="Arial"/>
                <a:cs typeface="Arial"/>
              </a:defRPr>
            </a:lvl6pPr>
            <a:lvl7pPr algn="l">
              <a:defRPr sz="1725" b="1">
                <a:solidFill>
                  <a:srgbClr val="102E4C"/>
                </a:solidFill>
                <a:latin typeface="Arial"/>
                <a:ea typeface="Arial"/>
                <a:cs typeface="Arial"/>
              </a:defRPr>
            </a:lvl7pPr>
            <a:lvl8pPr algn="l">
              <a:defRPr sz="1725" b="1">
                <a:solidFill>
                  <a:srgbClr val="102E4C"/>
                </a:solidFill>
                <a:latin typeface="Arial"/>
                <a:ea typeface="Arial"/>
                <a:cs typeface="Arial"/>
              </a:defRPr>
            </a:lvl8pPr>
            <a:lvl9pPr algn="l">
              <a:defRPr sz="1725" b="1">
                <a:solidFill>
                  <a:srgbClr val="102E4C"/>
                </a:solidFill>
                <a:latin typeface="Arial"/>
                <a:ea typeface="Arial"/>
                <a:cs typeface="Arial"/>
              </a:defRPr>
            </a:lvl9pPr>
          </a:lstStyle>
          <a:p xmlns:a="http://schemas.openxmlformats.org/drawingml/2006/main">
            <a:pPr algn="l">
              <a:defRPr sz="1725" b="1">
                <a:solidFill>
                  <a:srgbClr val="102E4C"/>
                </a:solidFill>
                <a:latin typeface="Arial"/>
                <a:ea typeface="Arial"/>
                <a:cs typeface="Arial"/>
              </a:defRPr>
            </a:pPr>
            <a:r>
              <a:rPr sz="1725" b="1">
                <a:solidFill>
                  <a:srgbClr val="102E4C"/>
                </a:solidFill>
                <a:latin typeface="Arial"/>
                <a:ea typeface="Arial"/>
                <a:cs typeface="Arial"/>
              </a:rPr>
              <a:t>RETURNS</a:t>
            </a:r>
          </a:p>
        </p:txBody>
      </p:sp>
      <p:sp>
        <p:nvSpPr>
          <p:cNvPr id="14" name="">
            <a:extLst xmlns:a="http://schemas.openxmlformats.org/drawingml/2006/main">
              <a:ext uri="{FF2B5EF4-FFF2-40B4-BE49-F238E27FC236}">
                <a16:creationId xmlns:a16="http://schemas.microsoft.com/office/drawing/2014/main" id="{52D1BB59-96F8-4432-8A09-73FED5A590B7}"/>
              </a:ext>
            </a:extLst>
          </p:cNvPr>
          <p:cNvSpPr>
            <a:spLocks xmlns:a="http://schemas.openxmlformats.org/drawingml/2006/main" noGrp="1"/>
          </p:cNvSpPr>
          <p:nvPr/>
        </p:nvSpPr>
        <p:spPr>
          <a:xfrm xmlns:a="http://schemas.openxmlformats.org/drawingml/2006/main">
            <a:off x="6219825" y="4495800"/>
            <a:ext cx="5314950" cy="79057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C871B4-C9C8-407D-AD3A-9C5F6B378926}"/>
              </a:ext>
            </a:extLst>
          </p:cNvPr>
          <p:cNvSpPr>
            <a:spLocks xmlns:a="http://schemas.openxmlformats.org/drawingml/2006/main" noGrp="1"/>
          </p:cNvSpPr>
          <p:nvPr/>
        </p:nvSpPr>
        <p:spPr>
          <a:xfrm xmlns:a="http://schemas.openxmlformats.org/drawingml/2006/main">
            <a:off x="6391275" y="4657725"/>
            <a:ext cx="497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REJECTED STOCK</a:t>
            </a:r>
          </a:p>
        </p:txBody>
      </p:sp>
      <p:sp>
        <p:nvSpPr>
          <p:cNvPr id="16" name="">
            <a:extLst xmlns:a="http://schemas.openxmlformats.org/drawingml/2006/main">
              <a:ext uri="{FF2B5EF4-FFF2-40B4-BE49-F238E27FC236}">
                <a16:creationId xmlns:a16="http://schemas.microsoft.com/office/drawing/2014/main" id="{643401C0-2C8D-47F2-9662-4AD602C11A31}"/>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Conceptual segregation only. Environmental monitoring and access controls apply.</a:t>
            </a:r>
          </a:p>
        </p:txBody>
      </p:sp>
    </p:spTree>
    <p:extLst>
      <p:ext uri="{BB962C8B-B14F-4D97-AF65-F5344CB8AC3E}">
        <p14:creationId xmlns:p14="http://schemas.microsoft.com/office/powerpoint/2010/main" val="4183453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E41F93DA-9068-4A99-86B8-D51F7344FBF1}"/>
              </a:ext>
            </a:extLst>
          </p:cNvPr>
          <p:cNvCxnSpPr>
            <a:stCxn xmlns:a="http://schemas.openxmlformats.org/drawingml/2006/main" id="11" idx="2"/>
            <a:endCxn xmlns:a="http://schemas.openxmlformats.org/drawingml/2006/main" id="13" idx="0"/>
          </p:cNvCxnSpPr>
          <p:nvPr/>
        </p:nvCxnSpPr>
        <p:spPr>
          <a:xfrm xmlns:a="http://schemas.openxmlformats.org/drawingml/2006/main">
            <a:off x="8524875" y="4438650"/>
            <a:ext cx="0" cy="2190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8380467F-7A78-4719-9009-2C3E1654D563}"/>
              </a:ext>
            </a:extLst>
          </p:cNvPr>
          <p:cNvCxnSpPr>
            <a:stCxn xmlns:a="http://schemas.openxmlformats.org/drawingml/2006/main" id="9" idx="2"/>
            <a:endCxn xmlns:a="http://schemas.openxmlformats.org/drawingml/2006/main" id="11" idx="0"/>
          </p:cNvCxnSpPr>
          <p:nvPr/>
        </p:nvCxnSpPr>
        <p:spPr>
          <a:xfrm xmlns:a="http://schemas.openxmlformats.org/drawingml/2006/main">
            <a:off x="8524875" y="3457575"/>
            <a:ext cx="0" cy="2190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18" name="">
            <a:extLst xmlns:a="http://schemas.openxmlformats.org/drawingml/2006/main">
              <a:ext uri="{FF2B5EF4-FFF2-40B4-BE49-F238E27FC236}">
                <a16:creationId xmlns:a16="http://schemas.microsoft.com/office/drawing/2014/main" id="{B758E226-53CF-4ADD-AD52-B37A52C5692B}"/>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890F667C-AF71-4DC3-80DC-29E293CA0D7E}"/>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25A05BDA-7B53-4E51-9E38-B26E77CD8999}"/>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04 / GDP IN PRACTICE</a:t>
            </a:r>
          </a:p>
        </p:txBody>
      </p:sp>
      <p:sp>
        <p:nvSpPr>
          <p:cNvPr id="4" name="">
            <a:extLst xmlns:a="http://schemas.openxmlformats.org/drawingml/2006/main">
              <a:ext uri="{FF2B5EF4-FFF2-40B4-BE49-F238E27FC236}">
                <a16:creationId xmlns:a16="http://schemas.microsoft.com/office/drawing/2014/main" id="{B329848E-76D3-40CE-9E66-B1D4B8C274F6}"/>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Temperature and humidity control</a:t>
            </a:r>
          </a:p>
        </p:txBody>
      </p:sp>
      <p:sp>
        <p:nvSpPr>
          <p:cNvPr id="5" name="">
            <a:extLst xmlns:a="http://schemas.openxmlformats.org/drawingml/2006/main">
              <a:ext uri="{FF2B5EF4-FFF2-40B4-BE49-F238E27FC236}">
                <a16:creationId xmlns:a16="http://schemas.microsoft.com/office/drawing/2014/main" id="{B85BA7C0-1459-4E33-AF4C-F686A8CB2F3F}"/>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11 / 26</a:t>
            </a:r>
          </a:p>
        </p:txBody>
      </p:sp>
      <p:sp>
        <p:nvSpPr>
          <p:cNvPr id="6" name="">
            <a:extLst xmlns:a="http://schemas.openxmlformats.org/drawingml/2006/main">
              <a:ext uri="{FF2B5EF4-FFF2-40B4-BE49-F238E27FC236}">
                <a16:creationId xmlns:a16="http://schemas.microsoft.com/office/drawing/2014/main" id="{84D133EC-9882-42DF-956F-12468D521013}"/>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AD2B3946-5026-47BB-83D7-D71E12C7667B}"/>
              </a:ext>
            </a:extLst>
          </p:cNvPr>
          <p:cNvSpPr>
            <a:spLocks xmlns:a="http://schemas.openxmlformats.org/drawingml/2006/main" noGrp="1"/>
          </p:cNvSpPr>
          <p:nvPr/>
        </p:nvSpPr>
        <p:spPr>
          <a:xfrm xmlns:a="http://schemas.openxmlformats.org/drawingml/2006/main">
            <a:off x="609600" y="2743200"/>
            <a:ext cx="40957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1778B7"/>
                </a:solidFill>
                <a:latin typeface="Arial"/>
                <a:ea typeface="Arial"/>
                <a:cs typeface="Arial"/>
              </a:defRPr>
            </a:defPPr>
            <a:lvl1pPr algn="l">
              <a:defRPr sz="3600" b="1">
                <a:solidFill>
                  <a:srgbClr val="1778B7"/>
                </a:solidFill>
                <a:latin typeface="Arial"/>
                <a:ea typeface="Arial"/>
                <a:cs typeface="Arial"/>
              </a:defRPr>
            </a:lvl1pPr>
            <a:lvl2pPr algn="l">
              <a:defRPr sz="3600" b="1">
                <a:solidFill>
                  <a:srgbClr val="1778B7"/>
                </a:solidFill>
                <a:latin typeface="Arial"/>
                <a:ea typeface="Arial"/>
                <a:cs typeface="Arial"/>
              </a:defRPr>
            </a:lvl2pPr>
            <a:lvl3pPr algn="l">
              <a:defRPr sz="3600" b="1">
                <a:solidFill>
                  <a:srgbClr val="1778B7"/>
                </a:solidFill>
                <a:latin typeface="Arial"/>
                <a:ea typeface="Arial"/>
                <a:cs typeface="Arial"/>
              </a:defRPr>
            </a:lvl3pPr>
            <a:lvl4pPr algn="l">
              <a:defRPr sz="3600" b="1">
                <a:solidFill>
                  <a:srgbClr val="1778B7"/>
                </a:solidFill>
                <a:latin typeface="Arial"/>
                <a:ea typeface="Arial"/>
                <a:cs typeface="Arial"/>
              </a:defRPr>
            </a:lvl4pPr>
            <a:lvl5pPr algn="l">
              <a:defRPr sz="3600" b="1">
                <a:solidFill>
                  <a:srgbClr val="1778B7"/>
                </a:solidFill>
                <a:latin typeface="Arial"/>
                <a:ea typeface="Arial"/>
                <a:cs typeface="Arial"/>
              </a:defRPr>
            </a:lvl5pPr>
            <a:lvl6pPr algn="l">
              <a:defRPr sz="3600" b="1">
                <a:solidFill>
                  <a:srgbClr val="1778B7"/>
                </a:solidFill>
                <a:latin typeface="Arial"/>
                <a:ea typeface="Arial"/>
                <a:cs typeface="Arial"/>
              </a:defRPr>
            </a:lvl6pPr>
            <a:lvl7pPr algn="l">
              <a:defRPr sz="3600" b="1">
                <a:solidFill>
                  <a:srgbClr val="1778B7"/>
                </a:solidFill>
                <a:latin typeface="Arial"/>
                <a:ea typeface="Arial"/>
                <a:cs typeface="Arial"/>
              </a:defRPr>
            </a:lvl7pPr>
            <a:lvl8pPr algn="l">
              <a:defRPr sz="3600" b="1">
                <a:solidFill>
                  <a:srgbClr val="1778B7"/>
                </a:solidFill>
                <a:latin typeface="Arial"/>
                <a:ea typeface="Arial"/>
                <a:cs typeface="Arial"/>
              </a:defRPr>
            </a:lvl8pPr>
            <a:lvl9pPr algn="l">
              <a:defRPr sz="3600" b="1">
                <a:solidFill>
                  <a:srgbClr val="1778B7"/>
                </a:solidFill>
                <a:latin typeface="Arial"/>
                <a:ea typeface="Arial"/>
                <a:cs typeface="Arial"/>
              </a:defRPr>
            </a:lvl9pPr>
          </a:lstStyle>
          <a:p xmlns:a="http://schemas.openxmlformats.org/drawingml/2006/main">
            <a:pPr algn="l">
              <a:defRPr sz="3600" b="1">
                <a:solidFill>
                  <a:srgbClr val="1778B7"/>
                </a:solidFill>
                <a:latin typeface="Arial"/>
                <a:ea typeface="Arial"/>
                <a:cs typeface="Arial"/>
              </a:defRPr>
            </a:pPr>
            <a:r>
              <a:rPr sz="3600" b="1">
                <a:solidFill>
                  <a:srgbClr val="1778B7"/>
                </a:solidFill>
                <a:latin typeface="Arial"/>
                <a:ea typeface="Arial"/>
                <a:cs typeface="Arial"/>
              </a:rPr>
              <a:t>SUMMER</a:t>
            </a:r>
          </a:p>
          <a:p xmlns:a="http://schemas.openxmlformats.org/drawingml/2006/main">
            <a:pPr algn="l">
              <a:defRPr sz="3600" b="1">
                <a:solidFill>
                  <a:srgbClr val="1778B7"/>
                </a:solidFill>
                <a:latin typeface="Arial"/>
                <a:ea typeface="Arial"/>
                <a:cs typeface="Arial"/>
              </a:defRPr>
            </a:pPr>
            <a:r>
              <a:rPr sz="3600" b="1">
                <a:solidFill>
                  <a:srgbClr val="1778B7"/>
                </a:solidFill>
                <a:latin typeface="Arial"/>
                <a:ea typeface="Arial"/>
                <a:cs typeface="Arial"/>
              </a:rPr>
              <a:t>ARRIVAL</a:t>
            </a:r>
          </a:p>
        </p:txBody>
      </p:sp>
      <p:sp>
        <p:nvSpPr>
          <p:cNvPr id="8" name="">
            <a:extLst xmlns:a="http://schemas.openxmlformats.org/drawingml/2006/main">
              <a:ext uri="{FF2B5EF4-FFF2-40B4-BE49-F238E27FC236}">
                <a16:creationId xmlns:a16="http://schemas.microsoft.com/office/drawing/2014/main" id="{37C46149-ED86-44B3-A0C2-1EBBD348BD7C}"/>
              </a:ext>
            </a:extLst>
          </p:cNvPr>
          <p:cNvSpPr>
            <a:spLocks xmlns:a="http://schemas.openxmlformats.org/drawingml/2006/main" noGrp="1"/>
          </p:cNvSpPr>
          <p:nvPr/>
        </p:nvSpPr>
        <p:spPr>
          <a:xfrm xmlns:a="http://schemas.openxmlformats.org/drawingml/2006/main">
            <a:off x="609600" y="4324350"/>
            <a:ext cx="4095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102E4C"/>
                </a:solidFill>
                <a:latin typeface="Arial"/>
                <a:ea typeface="Arial"/>
                <a:cs typeface="Arial"/>
              </a:defRPr>
            </a:defPPr>
            <a:lvl1pPr algn="l">
              <a:defRPr sz="1950" b="0">
                <a:solidFill>
                  <a:srgbClr val="102E4C"/>
                </a:solidFill>
                <a:latin typeface="Arial"/>
                <a:ea typeface="Arial"/>
                <a:cs typeface="Arial"/>
              </a:defRPr>
            </a:lvl1pPr>
            <a:lvl2pPr algn="l">
              <a:defRPr sz="1950" b="0">
                <a:solidFill>
                  <a:srgbClr val="102E4C"/>
                </a:solidFill>
                <a:latin typeface="Arial"/>
                <a:ea typeface="Arial"/>
                <a:cs typeface="Arial"/>
              </a:defRPr>
            </a:lvl2pPr>
            <a:lvl3pPr algn="l">
              <a:defRPr sz="1950" b="0">
                <a:solidFill>
                  <a:srgbClr val="102E4C"/>
                </a:solidFill>
                <a:latin typeface="Arial"/>
                <a:ea typeface="Arial"/>
                <a:cs typeface="Arial"/>
              </a:defRPr>
            </a:lvl3pPr>
            <a:lvl4pPr algn="l">
              <a:defRPr sz="1950" b="0">
                <a:solidFill>
                  <a:srgbClr val="102E4C"/>
                </a:solidFill>
                <a:latin typeface="Arial"/>
                <a:ea typeface="Arial"/>
                <a:cs typeface="Arial"/>
              </a:defRPr>
            </a:lvl4pPr>
            <a:lvl5pPr algn="l">
              <a:defRPr sz="1950" b="0">
                <a:solidFill>
                  <a:srgbClr val="102E4C"/>
                </a:solidFill>
                <a:latin typeface="Arial"/>
                <a:ea typeface="Arial"/>
                <a:cs typeface="Arial"/>
              </a:defRPr>
            </a:lvl5pPr>
            <a:lvl6pPr algn="l">
              <a:defRPr sz="1950" b="0">
                <a:solidFill>
                  <a:srgbClr val="102E4C"/>
                </a:solidFill>
                <a:latin typeface="Arial"/>
                <a:ea typeface="Arial"/>
                <a:cs typeface="Arial"/>
              </a:defRPr>
            </a:lvl6pPr>
            <a:lvl7pPr algn="l">
              <a:defRPr sz="1950" b="0">
                <a:solidFill>
                  <a:srgbClr val="102E4C"/>
                </a:solidFill>
                <a:latin typeface="Arial"/>
                <a:ea typeface="Arial"/>
                <a:cs typeface="Arial"/>
              </a:defRPr>
            </a:lvl7pPr>
            <a:lvl8pPr algn="l">
              <a:defRPr sz="1950" b="0">
                <a:solidFill>
                  <a:srgbClr val="102E4C"/>
                </a:solidFill>
                <a:latin typeface="Arial"/>
                <a:ea typeface="Arial"/>
                <a:cs typeface="Arial"/>
              </a:defRPr>
            </a:lvl8pPr>
            <a:lvl9pPr algn="l">
              <a:defRPr sz="1950" b="0">
                <a:solidFill>
                  <a:srgbClr val="102E4C"/>
                </a:solidFill>
                <a:latin typeface="Arial"/>
                <a:ea typeface="Arial"/>
                <a:cs typeface="Arial"/>
              </a:defRPr>
            </a:lvl9pPr>
          </a:lstStyle>
          <a:p xmlns:a="http://schemas.openxmlformats.org/drawingml/2006/main">
            <a:pPr algn="l">
              <a:defRPr sz="1950" b="0">
                <a:solidFill>
                  <a:srgbClr val="102E4C"/>
                </a:solidFill>
                <a:latin typeface="Arial"/>
                <a:ea typeface="Arial"/>
                <a:cs typeface="Arial"/>
              </a:defRPr>
            </a:pPr>
            <a:r>
              <a:rPr sz="1950" b="0">
                <a:solidFill>
                  <a:srgbClr val="102E4C"/>
                </a:solidFill>
                <a:latin typeface="Arial"/>
                <a:ea typeface="Arial"/>
                <a:cs typeface="Arial"/>
              </a:rPr>
              <a:t>A Belotero® shipment arrives.</a:t>
            </a:r>
          </a:p>
          <a:p xmlns:a="http://schemas.openxmlformats.org/drawingml/2006/main">
            <a:pPr algn="l">
              <a:defRPr sz="1950" b="0">
                <a:solidFill>
                  <a:srgbClr val="102E4C"/>
                </a:solidFill>
                <a:latin typeface="Arial"/>
                <a:ea typeface="Arial"/>
                <a:cs typeface="Arial"/>
              </a:defRPr>
            </a:pPr>
            <a:r>
              <a:rPr sz="1950" b="0">
                <a:solidFill>
                  <a:srgbClr val="102E4C"/>
                </a:solidFill>
                <a:latin typeface="Arial"/>
                <a:ea typeface="Arial"/>
                <a:cs typeface="Arial"/>
              </a:rPr>
              <a:t>The logger indicates a possible excursion.</a:t>
            </a:r>
          </a:p>
        </p:txBody>
      </p:sp>
      <p:sp>
        <p:nvSpPr>
          <p:cNvPr id="9" name="">
            <a:extLst xmlns:a="http://schemas.openxmlformats.org/drawingml/2006/main">
              <a:ext uri="{FF2B5EF4-FFF2-40B4-BE49-F238E27FC236}">
                <a16:creationId xmlns:a16="http://schemas.microsoft.com/office/drawing/2014/main" id="{5D3493A1-89AA-4502-A89C-252356337B45}"/>
              </a:ext>
            </a:extLst>
          </p:cNvPr>
          <p:cNvSpPr>
            <a:spLocks xmlns:a="http://schemas.openxmlformats.org/drawingml/2006/main" noGrp="1"/>
          </p:cNvSpPr>
          <p:nvPr/>
        </p:nvSpPr>
        <p:spPr>
          <a:xfrm xmlns:a="http://schemas.openxmlformats.org/drawingml/2006/main">
            <a:off x="5572125" y="2695575"/>
            <a:ext cx="5905500" cy="76200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35CB3F-92BE-4597-8E7C-4BBA5B3E4D81}"/>
              </a:ext>
            </a:extLst>
          </p:cNvPr>
          <p:cNvSpPr>
            <a:spLocks xmlns:a="http://schemas.openxmlformats.org/drawingml/2006/main" noGrp="1"/>
          </p:cNvSpPr>
          <p:nvPr/>
        </p:nvSpPr>
        <p:spPr>
          <a:xfrm xmlns:a="http://schemas.openxmlformats.org/drawingml/2006/main">
            <a:off x="5743575" y="2857500"/>
            <a:ext cx="556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FFFFFF"/>
                </a:solidFill>
                <a:latin typeface="Arial"/>
                <a:ea typeface="Arial"/>
                <a:cs typeface="Arial"/>
              </a:defRPr>
            </a:defPPr>
            <a:lvl1pPr algn="l">
              <a:defRPr sz="1950" b="1">
                <a:solidFill>
                  <a:srgbClr val="FFFFFF"/>
                </a:solidFill>
                <a:latin typeface="Arial"/>
                <a:ea typeface="Arial"/>
                <a:cs typeface="Arial"/>
              </a:defRPr>
            </a:lvl1pPr>
            <a:lvl2pPr algn="l">
              <a:defRPr sz="1950" b="1">
                <a:solidFill>
                  <a:srgbClr val="FFFFFF"/>
                </a:solidFill>
                <a:latin typeface="Arial"/>
                <a:ea typeface="Arial"/>
                <a:cs typeface="Arial"/>
              </a:defRPr>
            </a:lvl2pPr>
            <a:lvl3pPr algn="l">
              <a:defRPr sz="1950" b="1">
                <a:solidFill>
                  <a:srgbClr val="FFFFFF"/>
                </a:solidFill>
                <a:latin typeface="Arial"/>
                <a:ea typeface="Arial"/>
                <a:cs typeface="Arial"/>
              </a:defRPr>
            </a:lvl3pPr>
            <a:lvl4pPr algn="l">
              <a:defRPr sz="1950" b="1">
                <a:solidFill>
                  <a:srgbClr val="FFFFFF"/>
                </a:solidFill>
                <a:latin typeface="Arial"/>
                <a:ea typeface="Arial"/>
                <a:cs typeface="Arial"/>
              </a:defRPr>
            </a:lvl4pPr>
            <a:lvl5pPr algn="l">
              <a:defRPr sz="1950" b="1">
                <a:solidFill>
                  <a:srgbClr val="FFFFFF"/>
                </a:solidFill>
                <a:latin typeface="Arial"/>
                <a:ea typeface="Arial"/>
                <a:cs typeface="Arial"/>
              </a:defRPr>
            </a:lvl5pPr>
            <a:lvl6pPr algn="l">
              <a:defRPr sz="1950" b="1">
                <a:solidFill>
                  <a:srgbClr val="FFFFFF"/>
                </a:solidFill>
                <a:latin typeface="Arial"/>
                <a:ea typeface="Arial"/>
                <a:cs typeface="Arial"/>
              </a:defRPr>
            </a:lvl6pPr>
            <a:lvl7pPr algn="l">
              <a:defRPr sz="1950" b="1">
                <a:solidFill>
                  <a:srgbClr val="FFFFFF"/>
                </a:solidFill>
                <a:latin typeface="Arial"/>
                <a:ea typeface="Arial"/>
                <a:cs typeface="Arial"/>
              </a:defRPr>
            </a:lvl7pPr>
            <a:lvl8pPr algn="l">
              <a:defRPr sz="1950" b="1">
                <a:solidFill>
                  <a:srgbClr val="FFFFFF"/>
                </a:solidFill>
                <a:latin typeface="Arial"/>
                <a:ea typeface="Arial"/>
                <a:cs typeface="Arial"/>
              </a:defRPr>
            </a:lvl8pPr>
            <a:lvl9pPr algn="l">
              <a:defRPr sz="1950" b="1">
                <a:solidFill>
                  <a:srgbClr val="FFFFFF"/>
                </a:solidFill>
                <a:latin typeface="Arial"/>
                <a:ea typeface="Arial"/>
                <a:cs typeface="Arial"/>
              </a:defRPr>
            </a:lvl9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Review the evidence</a:t>
            </a:r>
          </a:p>
        </p:txBody>
      </p:sp>
      <p:sp>
        <p:nvSpPr>
          <p:cNvPr id="11" name="">
            <a:extLst xmlns:a="http://schemas.openxmlformats.org/drawingml/2006/main">
              <a:ext uri="{FF2B5EF4-FFF2-40B4-BE49-F238E27FC236}">
                <a16:creationId xmlns:a16="http://schemas.microsoft.com/office/drawing/2014/main" id="{D71B817F-A464-48EE-871A-8CDBF17D9D01}"/>
              </a:ext>
            </a:extLst>
          </p:cNvPr>
          <p:cNvSpPr>
            <a:spLocks xmlns:a="http://schemas.openxmlformats.org/drawingml/2006/main" noGrp="1"/>
          </p:cNvSpPr>
          <p:nvPr/>
        </p:nvSpPr>
        <p:spPr>
          <a:xfrm xmlns:a="http://schemas.openxmlformats.org/drawingml/2006/main">
            <a:off x="5572125" y="3676650"/>
            <a:ext cx="5905500" cy="762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A96207-C525-410D-A757-F4B724D000FA}"/>
              </a:ext>
            </a:extLst>
          </p:cNvPr>
          <p:cNvSpPr>
            <a:spLocks xmlns:a="http://schemas.openxmlformats.org/drawingml/2006/main" noGrp="1"/>
          </p:cNvSpPr>
          <p:nvPr/>
        </p:nvSpPr>
        <p:spPr>
          <a:xfrm xmlns:a="http://schemas.openxmlformats.org/drawingml/2006/main">
            <a:off x="5743575" y="3838575"/>
            <a:ext cx="556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02E4C"/>
                </a:solidFill>
                <a:latin typeface="Arial"/>
                <a:ea typeface="Arial"/>
                <a:cs typeface="Arial"/>
              </a:defRPr>
            </a:defPPr>
            <a:lvl1pPr algn="l">
              <a:defRPr sz="1950" b="1">
                <a:solidFill>
                  <a:srgbClr val="102E4C"/>
                </a:solidFill>
                <a:latin typeface="Arial"/>
                <a:ea typeface="Arial"/>
                <a:cs typeface="Arial"/>
              </a:defRPr>
            </a:lvl1pPr>
            <a:lvl2pPr algn="l">
              <a:defRPr sz="1950" b="1">
                <a:solidFill>
                  <a:srgbClr val="102E4C"/>
                </a:solidFill>
                <a:latin typeface="Arial"/>
                <a:ea typeface="Arial"/>
                <a:cs typeface="Arial"/>
              </a:defRPr>
            </a:lvl2pPr>
            <a:lvl3pPr algn="l">
              <a:defRPr sz="1950" b="1">
                <a:solidFill>
                  <a:srgbClr val="102E4C"/>
                </a:solidFill>
                <a:latin typeface="Arial"/>
                <a:ea typeface="Arial"/>
                <a:cs typeface="Arial"/>
              </a:defRPr>
            </a:lvl3pPr>
            <a:lvl4pPr algn="l">
              <a:defRPr sz="1950" b="1">
                <a:solidFill>
                  <a:srgbClr val="102E4C"/>
                </a:solidFill>
                <a:latin typeface="Arial"/>
                <a:ea typeface="Arial"/>
                <a:cs typeface="Arial"/>
              </a:defRPr>
            </a:lvl4pPr>
            <a:lvl5pPr algn="l">
              <a:defRPr sz="1950" b="1">
                <a:solidFill>
                  <a:srgbClr val="102E4C"/>
                </a:solidFill>
                <a:latin typeface="Arial"/>
                <a:ea typeface="Arial"/>
                <a:cs typeface="Arial"/>
              </a:defRPr>
            </a:lvl5pPr>
            <a:lvl6pPr algn="l">
              <a:defRPr sz="1950" b="1">
                <a:solidFill>
                  <a:srgbClr val="102E4C"/>
                </a:solidFill>
                <a:latin typeface="Arial"/>
                <a:ea typeface="Arial"/>
                <a:cs typeface="Arial"/>
              </a:defRPr>
            </a:lvl6pPr>
            <a:lvl7pPr algn="l">
              <a:defRPr sz="1950" b="1">
                <a:solidFill>
                  <a:srgbClr val="102E4C"/>
                </a:solidFill>
                <a:latin typeface="Arial"/>
                <a:ea typeface="Arial"/>
                <a:cs typeface="Arial"/>
              </a:defRPr>
            </a:lvl7pPr>
            <a:lvl8pPr algn="l">
              <a:defRPr sz="1950" b="1">
                <a:solidFill>
                  <a:srgbClr val="102E4C"/>
                </a:solidFill>
                <a:latin typeface="Arial"/>
                <a:ea typeface="Arial"/>
                <a:cs typeface="Arial"/>
              </a:defRPr>
            </a:lvl8pPr>
            <a:lvl9pPr algn="l">
              <a:defRPr sz="1950" b="1">
                <a:solidFill>
                  <a:srgbClr val="102E4C"/>
                </a:solidFill>
                <a:latin typeface="Arial"/>
                <a:ea typeface="Arial"/>
                <a:cs typeface="Arial"/>
              </a:defRPr>
            </a:lvl9pPr>
          </a:lstStyle>
          <a:p xmlns:a="http://schemas.openxmlformats.org/drawingml/2006/main">
            <a:pPr algn="l">
              <a:defRPr sz="1950" b="1">
                <a:solidFill>
                  <a:srgbClr val="102E4C"/>
                </a:solidFill>
                <a:latin typeface="Arial"/>
                <a:ea typeface="Arial"/>
                <a:cs typeface="Arial"/>
              </a:defRPr>
            </a:pPr>
            <a:r>
              <a:rPr sz="1950" b="1">
                <a:solidFill>
                  <a:srgbClr val="102E4C"/>
                </a:solidFill>
                <a:latin typeface="Arial"/>
                <a:ea typeface="Arial"/>
                <a:cs typeface="Arial"/>
              </a:rPr>
              <a:t>Protect affected stock</a:t>
            </a:r>
          </a:p>
        </p:txBody>
      </p:sp>
      <p:sp>
        <p:nvSpPr>
          <p:cNvPr id="13" name="">
            <a:extLst xmlns:a="http://schemas.openxmlformats.org/drawingml/2006/main">
              <a:ext uri="{FF2B5EF4-FFF2-40B4-BE49-F238E27FC236}">
                <a16:creationId xmlns:a16="http://schemas.microsoft.com/office/drawing/2014/main" id="{C72C21F7-9FA1-4193-B668-41A6F2052CBE}"/>
              </a:ext>
            </a:extLst>
          </p:cNvPr>
          <p:cNvSpPr>
            <a:spLocks xmlns:a="http://schemas.openxmlformats.org/drawingml/2006/main" noGrp="1"/>
          </p:cNvSpPr>
          <p:nvPr/>
        </p:nvSpPr>
        <p:spPr>
          <a:xfrm xmlns:a="http://schemas.openxmlformats.org/drawingml/2006/main">
            <a:off x="5572125" y="4657725"/>
            <a:ext cx="5905500" cy="762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C00648-83B8-448E-AC5E-124CD8B89905}"/>
              </a:ext>
            </a:extLst>
          </p:cNvPr>
          <p:cNvSpPr>
            <a:spLocks xmlns:a="http://schemas.openxmlformats.org/drawingml/2006/main" noGrp="1"/>
          </p:cNvSpPr>
          <p:nvPr/>
        </p:nvSpPr>
        <p:spPr>
          <a:xfrm xmlns:a="http://schemas.openxmlformats.org/drawingml/2006/main">
            <a:off x="5743575" y="4819650"/>
            <a:ext cx="5562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02E4C"/>
                </a:solidFill>
                <a:latin typeface="Arial"/>
                <a:ea typeface="Arial"/>
                <a:cs typeface="Arial"/>
              </a:defRPr>
            </a:defPPr>
            <a:lvl1pPr algn="l">
              <a:defRPr sz="1950" b="1">
                <a:solidFill>
                  <a:srgbClr val="102E4C"/>
                </a:solidFill>
                <a:latin typeface="Arial"/>
                <a:ea typeface="Arial"/>
                <a:cs typeface="Arial"/>
              </a:defRPr>
            </a:lvl1pPr>
            <a:lvl2pPr algn="l">
              <a:defRPr sz="1950" b="1">
                <a:solidFill>
                  <a:srgbClr val="102E4C"/>
                </a:solidFill>
                <a:latin typeface="Arial"/>
                <a:ea typeface="Arial"/>
                <a:cs typeface="Arial"/>
              </a:defRPr>
            </a:lvl2pPr>
            <a:lvl3pPr algn="l">
              <a:defRPr sz="1950" b="1">
                <a:solidFill>
                  <a:srgbClr val="102E4C"/>
                </a:solidFill>
                <a:latin typeface="Arial"/>
                <a:ea typeface="Arial"/>
                <a:cs typeface="Arial"/>
              </a:defRPr>
            </a:lvl3pPr>
            <a:lvl4pPr algn="l">
              <a:defRPr sz="1950" b="1">
                <a:solidFill>
                  <a:srgbClr val="102E4C"/>
                </a:solidFill>
                <a:latin typeface="Arial"/>
                <a:ea typeface="Arial"/>
                <a:cs typeface="Arial"/>
              </a:defRPr>
            </a:lvl4pPr>
            <a:lvl5pPr algn="l">
              <a:defRPr sz="1950" b="1">
                <a:solidFill>
                  <a:srgbClr val="102E4C"/>
                </a:solidFill>
                <a:latin typeface="Arial"/>
                <a:ea typeface="Arial"/>
                <a:cs typeface="Arial"/>
              </a:defRPr>
            </a:lvl5pPr>
            <a:lvl6pPr algn="l">
              <a:defRPr sz="1950" b="1">
                <a:solidFill>
                  <a:srgbClr val="102E4C"/>
                </a:solidFill>
                <a:latin typeface="Arial"/>
                <a:ea typeface="Arial"/>
                <a:cs typeface="Arial"/>
              </a:defRPr>
            </a:lvl6pPr>
            <a:lvl7pPr algn="l">
              <a:defRPr sz="1950" b="1">
                <a:solidFill>
                  <a:srgbClr val="102E4C"/>
                </a:solidFill>
                <a:latin typeface="Arial"/>
                <a:ea typeface="Arial"/>
                <a:cs typeface="Arial"/>
              </a:defRPr>
            </a:lvl7pPr>
            <a:lvl8pPr algn="l">
              <a:defRPr sz="1950" b="1">
                <a:solidFill>
                  <a:srgbClr val="102E4C"/>
                </a:solidFill>
                <a:latin typeface="Arial"/>
                <a:ea typeface="Arial"/>
                <a:cs typeface="Arial"/>
              </a:defRPr>
            </a:lvl8pPr>
            <a:lvl9pPr algn="l">
              <a:defRPr sz="1950" b="1">
                <a:solidFill>
                  <a:srgbClr val="102E4C"/>
                </a:solidFill>
                <a:latin typeface="Arial"/>
                <a:ea typeface="Arial"/>
                <a:cs typeface="Arial"/>
              </a:defRPr>
            </a:lvl9pPr>
          </a:lstStyle>
          <a:p xmlns:a="http://schemas.openxmlformats.org/drawingml/2006/main">
            <a:pPr algn="l">
              <a:defRPr sz="1950" b="1">
                <a:solidFill>
                  <a:srgbClr val="102E4C"/>
                </a:solidFill>
                <a:latin typeface="Arial"/>
                <a:ea typeface="Arial"/>
                <a:cs typeface="Arial"/>
              </a:defRPr>
            </a:pPr>
            <a:r>
              <a:rPr sz="1950" b="1">
                <a:solidFill>
                  <a:srgbClr val="102E4C"/>
                </a:solidFill>
                <a:latin typeface="Arial"/>
                <a:ea typeface="Arial"/>
                <a:cs typeface="Arial"/>
              </a:rPr>
              <a:t>Investigate and document</a:t>
            </a:r>
          </a:p>
        </p:txBody>
      </p:sp>
      <p:sp>
        <p:nvSpPr>
          <p:cNvPr id="17" name="">
            <a:extLst xmlns:a="http://schemas.openxmlformats.org/drawingml/2006/main">
              <a:ext uri="{FF2B5EF4-FFF2-40B4-BE49-F238E27FC236}">
                <a16:creationId xmlns:a16="http://schemas.microsoft.com/office/drawing/2014/main" id="{1D371ED0-A31D-402B-8F16-BEFC27C497D1}"/>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Use the product’s approved conditions. Do not assume the shipment is acceptable.</a:t>
            </a:r>
          </a:p>
        </p:txBody>
      </p:sp>
    </p:spTree>
    <p:extLst>
      <p:ext uri="{BB962C8B-B14F-4D97-AF65-F5344CB8AC3E}">
        <p14:creationId xmlns:p14="http://schemas.microsoft.com/office/powerpoint/2010/main" val="1582866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4909674-6E5D-43EB-9094-70868201899B}"/>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8E33AE18-3FE7-449E-AE9A-A676B1A02B52}"/>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DD5AB2D3-6B8A-4D1A-9F57-48FE4DB5ADC3}"/>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04 / GDP IN PRACTICE</a:t>
            </a:r>
          </a:p>
        </p:txBody>
      </p:sp>
      <p:sp>
        <p:nvSpPr>
          <p:cNvPr id="4" name="">
            <a:extLst xmlns:a="http://schemas.openxmlformats.org/drawingml/2006/main">
              <a:ext uri="{FF2B5EF4-FFF2-40B4-BE49-F238E27FC236}">
                <a16:creationId xmlns:a16="http://schemas.microsoft.com/office/drawing/2014/main" id="{87FDC427-A5E2-40D8-A3F8-67360094191A}"/>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Incoming goods</a:t>
            </a:r>
          </a:p>
        </p:txBody>
      </p:sp>
      <p:sp>
        <p:nvSpPr>
          <p:cNvPr id="5" name="">
            <a:extLst xmlns:a="http://schemas.openxmlformats.org/drawingml/2006/main">
              <a:ext uri="{FF2B5EF4-FFF2-40B4-BE49-F238E27FC236}">
                <a16:creationId xmlns:a16="http://schemas.microsoft.com/office/drawing/2014/main" id="{E8D7E4A7-9E93-4509-ADC7-E5E53F0B26DA}"/>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12 / 26</a:t>
            </a:r>
          </a:p>
        </p:txBody>
      </p:sp>
      <p:sp>
        <p:nvSpPr>
          <p:cNvPr id="6" name="">
            <a:extLst xmlns:a="http://schemas.openxmlformats.org/drawingml/2006/main">
              <a:ext uri="{FF2B5EF4-FFF2-40B4-BE49-F238E27FC236}">
                <a16:creationId xmlns:a16="http://schemas.microsoft.com/office/drawing/2014/main" id="{9D46F53A-6F96-491A-B394-B3CC4186575D}"/>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AE14B6D6-2564-4E77-8F43-2A7DEFAE1749}"/>
              </a:ext>
            </a:extLst>
          </p:cNvPr>
          <p:cNvSpPr>
            <a:spLocks xmlns:a="http://schemas.openxmlformats.org/drawingml/2006/main" noGrp="1"/>
          </p:cNvSpPr>
          <p:nvPr/>
        </p:nvSpPr>
        <p:spPr>
          <a:xfrm xmlns:a="http://schemas.openxmlformats.org/drawingml/2006/main">
            <a:off x="609600" y="2781300"/>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02E4C"/>
                </a:solidFill>
                <a:latin typeface="Arial"/>
                <a:ea typeface="Arial"/>
                <a:cs typeface="Arial"/>
              </a:defRPr>
            </a:defPPr>
            <a:lvl1pPr algn="l">
              <a:defRPr sz="3300" b="1">
                <a:solidFill>
                  <a:srgbClr val="102E4C"/>
                </a:solidFill>
                <a:latin typeface="Arial"/>
                <a:ea typeface="Arial"/>
                <a:cs typeface="Arial"/>
              </a:defRPr>
            </a:lvl1pPr>
            <a:lvl2pPr algn="l">
              <a:defRPr sz="3300" b="1">
                <a:solidFill>
                  <a:srgbClr val="102E4C"/>
                </a:solidFill>
                <a:latin typeface="Arial"/>
                <a:ea typeface="Arial"/>
                <a:cs typeface="Arial"/>
              </a:defRPr>
            </a:lvl2pPr>
            <a:lvl3pPr algn="l">
              <a:defRPr sz="3300" b="1">
                <a:solidFill>
                  <a:srgbClr val="102E4C"/>
                </a:solidFill>
                <a:latin typeface="Arial"/>
                <a:ea typeface="Arial"/>
                <a:cs typeface="Arial"/>
              </a:defRPr>
            </a:lvl3pPr>
            <a:lvl4pPr algn="l">
              <a:defRPr sz="3300" b="1">
                <a:solidFill>
                  <a:srgbClr val="102E4C"/>
                </a:solidFill>
                <a:latin typeface="Arial"/>
                <a:ea typeface="Arial"/>
                <a:cs typeface="Arial"/>
              </a:defRPr>
            </a:lvl4pPr>
            <a:lvl5pPr algn="l">
              <a:defRPr sz="3300" b="1">
                <a:solidFill>
                  <a:srgbClr val="102E4C"/>
                </a:solidFill>
                <a:latin typeface="Arial"/>
                <a:ea typeface="Arial"/>
                <a:cs typeface="Arial"/>
              </a:defRPr>
            </a:lvl5pPr>
            <a:lvl6pPr algn="l">
              <a:defRPr sz="3300" b="1">
                <a:solidFill>
                  <a:srgbClr val="102E4C"/>
                </a:solidFill>
                <a:latin typeface="Arial"/>
                <a:ea typeface="Arial"/>
                <a:cs typeface="Arial"/>
              </a:defRPr>
            </a:lvl6pPr>
            <a:lvl7pPr algn="l">
              <a:defRPr sz="3300" b="1">
                <a:solidFill>
                  <a:srgbClr val="102E4C"/>
                </a:solidFill>
                <a:latin typeface="Arial"/>
                <a:ea typeface="Arial"/>
                <a:cs typeface="Arial"/>
              </a:defRPr>
            </a:lvl7pPr>
            <a:lvl8pPr algn="l">
              <a:defRPr sz="3300" b="1">
                <a:solidFill>
                  <a:srgbClr val="102E4C"/>
                </a:solidFill>
                <a:latin typeface="Arial"/>
                <a:ea typeface="Arial"/>
                <a:cs typeface="Arial"/>
              </a:defRPr>
            </a:lvl8pPr>
            <a:lvl9pPr algn="l">
              <a:defRPr sz="3300" b="1">
                <a:solidFill>
                  <a:srgbClr val="102E4C"/>
                </a:solidFill>
                <a:latin typeface="Arial"/>
                <a:ea typeface="Arial"/>
                <a:cs typeface="Arial"/>
              </a:defRPr>
            </a:lvl9pPr>
          </a:lstStyle>
          <a:p xmlns:a="http://schemas.openxmlformats.org/drawingml/2006/main">
            <a:pPr algn="l">
              <a:defRPr sz="3300" b="1">
                <a:solidFill>
                  <a:srgbClr val="102E4C"/>
                </a:solidFill>
                <a:latin typeface="Arial"/>
                <a:ea typeface="Arial"/>
                <a:cs typeface="Arial"/>
              </a:defRPr>
            </a:pPr>
            <a:r>
              <a:rPr sz="3300" b="1">
                <a:solidFill>
                  <a:srgbClr val="102E4C"/>
                </a:solidFill>
                <a:latin typeface="Arial"/>
                <a:ea typeface="Arial"/>
                <a:cs typeface="Arial"/>
              </a:rPr>
              <a:t>RECEIVING</a:t>
            </a:r>
          </a:p>
          <a:p xmlns:a="http://schemas.openxmlformats.org/drawingml/2006/main">
            <a:pPr algn="l">
              <a:defRPr sz="3300" b="1">
                <a:solidFill>
                  <a:srgbClr val="102E4C"/>
                </a:solidFill>
                <a:latin typeface="Arial"/>
                <a:ea typeface="Arial"/>
                <a:cs typeface="Arial"/>
              </a:defRPr>
            </a:pPr>
            <a:r>
              <a:rPr sz="3300" b="1">
                <a:solidFill>
                  <a:srgbClr val="102E4C"/>
                </a:solidFill>
                <a:latin typeface="Arial"/>
                <a:ea typeface="Arial"/>
                <a:cs typeface="Arial"/>
              </a:rPr>
              <a:t>CHECKPOINT</a:t>
            </a:r>
          </a:p>
        </p:txBody>
      </p:sp>
      <p:sp>
        <p:nvSpPr>
          <p:cNvPr id="8" name="">
            <a:extLst xmlns:a="http://schemas.openxmlformats.org/drawingml/2006/main">
              <a:ext uri="{FF2B5EF4-FFF2-40B4-BE49-F238E27FC236}">
                <a16:creationId xmlns:a16="http://schemas.microsoft.com/office/drawing/2014/main" id="{7D59F180-076D-47D5-A901-A7B20BA68836}"/>
              </a:ext>
            </a:extLst>
          </p:cNvPr>
          <p:cNvSpPr>
            <a:spLocks xmlns:a="http://schemas.openxmlformats.org/drawingml/2006/main" noGrp="1"/>
          </p:cNvSpPr>
          <p:nvPr/>
        </p:nvSpPr>
        <p:spPr>
          <a:xfrm xmlns:a="http://schemas.openxmlformats.org/drawingml/2006/main">
            <a:off x="609600" y="4391025"/>
            <a:ext cx="3810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657B8F"/>
                </a:solidFill>
                <a:latin typeface="Arial"/>
                <a:ea typeface="Arial"/>
                <a:cs typeface="Arial"/>
              </a:defRPr>
            </a:defPPr>
            <a:lvl1pPr algn="l">
              <a:defRPr sz="2025" b="0">
                <a:solidFill>
                  <a:srgbClr val="657B8F"/>
                </a:solidFill>
                <a:latin typeface="Arial"/>
                <a:ea typeface="Arial"/>
                <a:cs typeface="Arial"/>
              </a:defRPr>
            </a:lvl1pPr>
            <a:lvl2pPr algn="l">
              <a:defRPr sz="2025" b="0">
                <a:solidFill>
                  <a:srgbClr val="657B8F"/>
                </a:solidFill>
                <a:latin typeface="Arial"/>
                <a:ea typeface="Arial"/>
                <a:cs typeface="Arial"/>
              </a:defRPr>
            </a:lvl2pPr>
            <a:lvl3pPr algn="l">
              <a:defRPr sz="2025" b="0">
                <a:solidFill>
                  <a:srgbClr val="657B8F"/>
                </a:solidFill>
                <a:latin typeface="Arial"/>
                <a:ea typeface="Arial"/>
                <a:cs typeface="Arial"/>
              </a:defRPr>
            </a:lvl3pPr>
            <a:lvl4pPr algn="l">
              <a:defRPr sz="2025" b="0">
                <a:solidFill>
                  <a:srgbClr val="657B8F"/>
                </a:solidFill>
                <a:latin typeface="Arial"/>
                <a:ea typeface="Arial"/>
                <a:cs typeface="Arial"/>
              </a:defRPr>
            </a:lvl4pPr>
            <a:lvl5pPr algn="l">
              <a:defRPr sz="2025" b="0">
                <a:solidFill>
                  <a:srgbClr val="657B8F"/>
                </a:solidFill>
                <a:latin typeface="Arial"/>
                <a:ea typeface="Arial"/>
                <a:cs typeface="Arial"/>
              </a:defRPr>
            </a:lvl5pPr>
            <a:lvl6pPr algn="l">
              <a:defRPr sz="2025" b="0">
                <a:solidFill>
                  <a:srgbClr val="657B8F"/>
                </a:solidFill>
                <a:latin typeface="Arial"/>
                <a:ea typeface="Arial"/>
                <a:cs typeface="Arial"/>
              </a:defRPr>
            </a:lvl6pPr>
            <a:lvl7pPr algn="l">
              <a:defRPr sz="2025" b="0">
                <a:solidFill>
                  <a:srgbClr val="657B8F"/>
                </a:solidFill>
                <a:latin typeface="Arial"/>
                <a:ea typeface="Arial"/>
                <a:cs typeface="Arial"/>
              </a:defRPr>
            </a:lvl7pPr>
            <a:lvl8pPr algn="l">
              <a:defRPr sz="2025" b="0">
                <a:solidFill>
                  <a:srgbClr val="657B8F"/>
                </a:solidFill>
                <a:latin typeface="Arial"/>
                <a:ea typeface="Arial"/>
                <a:cs typeface="Arial"/>
              </a:defRPr>
            </a:lvl8pPr>
            <a:lvl9pPr algn="l">
              <a:defRPr sz="2025" b="0">
                <a:solidFill>
                  <a:srgbClr val="657B8F"/>
                </a:solidFill>
                <a:latin typeface="Arial"/>
                <a:ea typeface="Arial"/>
                <a:cs typeface="Arial"/>
              </a:defRPr>
            </a:lvl9pPr>
          </a:lstStyle>
          <a:p xmlns:a="http://schemas.openxmlformats.org/drawingml/2006/main">
            <a:pPr algn="l">
              <a:defRPr sz="2025" b="0">
                <a:solidFill>
                  <a:srgbClr val="657B8F"/>
                </a:solidFill>
                <a:latin typeface="Arial"/>
                <a:ea typeface="Arial"/>
                <a:cs typeface="Arial"/>
              </a:defRPr>
            </a:pPr>
            <a:r>
              <a:rPr sz="2025" b="0">
                <a:solidFill>
                  <a:srgbClr val="657B8F"/>
                </a:solidFill>
                <a:latin typeface="Arial"/>
                <a:ea typeface="Arial"/>
                <a:cs typeface="Arial"/>
              </a:rPr>
              <a:t>Verify identity and condition</a:t>
            </a:r>
          </a:p>
          <a:p xmlns:a="http://schemas.openxmlformats.org/drawingml/2006/main">
            <a:pPr algn="l">
              <a:defRPr sz="2025" b="0">
                <a:solidFill>
                  <a:srgbClr val="657B8F"/>
                </a:solidFill>
                <a:latin typeface="Arial"/>
                <a:ea typeface="Arial"/>
                <a:cs typeface="Arial"/>
              </a:defRPr>
            </a:pPr>
            <a:r>
              <a:rPr sz="2025" b="0">
                <a:solidFill>
                  <a:srgbClr val="657B8F"/>
                </a:solidFill>
                <a:latin typeface="Arial"/>
                <a:ea typeface="Arial"/>
                <a:cs typeface="Arial"/>
              </a:rPr>
              <a:t>before normal stock flow.</a:t>
            </a:r>
          </a:p>
        </p:txBody>
      </p:sp>
      <p:sp>
        <p:nvSpPr>
          <p:cNvPr id="9" name="">
            <a:extLst xmlns:a="http://schemas.openxmlformats.org/drawingml/2006/main">
              <a:ext uri="{FF2B5EF4-FFF2-40B4-BE49-F238E27FC236}">
                <a16:creationId xmlns:a16="http://schemas.microsoft.com/office/drawing/2014/main" id="{C20B406B-CFC3-49D7-9B83-5909A8624A76}"/>
              </a:ext>
            </a:extLst>
          </p:cNvPr>
          <p:cNvSpPr>
            <a:spLocks xmlns:a="http://schemas.openxmlformats.org/drawingml/2006/main" noGrp="1"/>
          </p:cNvSpPr>
          <p:nvPr/>
        </p:nvSpPr>
        <p:spPr>
          <a:xfrm xmlns:a="http://schemas.openxmlformats.org/drawingml/2006/main">
            <a:off x="5476875" y="271462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778B7"/>
                </a:solidFill>
                <a:latin typeface="Arial"/>
                <a:ea typeface="Arial"/>
                <a:cs typeface="Arial"/>
              </a:defRPr>
            </a:defPPr>
            <a:lvl1pPr algn="l">
              <a:defRPr sz="2550" b="1">
                <a:solidFill>
                  <a:srgbClr val="1778B7"/>
                </a:solidFill>
                <a:latin typeface="Arial"/>
                <a:ea typeface="Arial"/>
                <a:cs typeface="Arial"/>
              </a:defRPr>
            </a:lvl1pPr>
            <a:lvl2pPr algn="l">
              <a:defRPr sz="2550" b="1">
                <a:solidFill>
                  <a:srgbClr val="1778B7"/>
                </a:solidFill>
                <a:latin typeface="Arial"/>
                <a:ea typeface="Arial"/>
                <a:cs typeface="Arial"/>
              </a:defRPr>
            </a:lvl2pPr>
            <a:lvl3pPr algn="l">
              <a:defRPr sz="2550" b="1">
                <a:solidFill>
                  <a:srgbClr val="1778B7"/>
                </a:solidFill>
                <a:latin typeface="Arial"/>
                <a:ea typeface="Arial"/>
                <a:cs typeface="Arial"/>
              </a:defRPr>
            </a:lvl3pPr>
            <a:lvl4pPr algn="l">
              <a:defRPr sz="2550" b="1">
                <a:solidFill>
                  <a:srgbClr val="1778B7"/>
                </a:solidFill>
                <a:latin typeface="Arial"/>
                <a:ea typeface="Arial"/>
                <a:cs typeface="Arial"/>
              </a:defRPr>
            </a:lvl4pPr>
            <a:lvl5pPr algn="l">
              <a:defRPr sz="2550" b="1">
                <a:solidFill>
                  <a:srgbClr val="1778B7"/>
                </a:solidFill>
                <a:latin typeface="Arial"/>
                <a:ea typeface="Arial"/>
                <a:cs typeface="Arial"/>
              </a:defRPr>
            </a:lvl5pPr>
            <a:lvl6pPr algn="l">
              <a:defRPr sz="2550" b="1">
                <a:solidFill>
                  <a:srgbClr val="1778B7"/>
                </a:solidFill>
                <a:latin typeface="Arial"/>
                <a:ea typeface="Arial"/>
                <a:cs typeface="Arial"/>
              </a:defRPr>
            </a:lvl6pPr>
            <a:lvl7pPr algn="l">
              <a:defRPr sz="2550" b="1">
                <a:solidFill>
                  <a:srgbClr val="1778B7"/>
                </a:solidFill>
                <a:latin typeface="Arial"/>
                <a:ea typeface="Arial"/>
                <a:cs typeface="Arial"/>
              </a:defRPr>
            </a:lvl7pPr>
            <a:lvl8pPr algn="l">
              <a:defRPr sz="2550" b="1">
                <a:solidFill>
                  <a:srgbClr val="1778B7"/>
                </a:solidFill>
                <a:latin typeface="Arial"/>
                <a:ea typeface="Arial"/>
                <a:cs typeface="Arial"/>
              </a:defRPr>
            </a:lvl8pPr>
            <a:lvl9pPr algn="l">
              <a:defRPr sz="2550" b="1">
                <a:solidFill>
                  <a:srgbClr val="1778B7"/>
                </a:solidFill>
                <a:latin typeface="Arial"/>
                <a:ea typeface="Arial"/>
                <a:cs typeface="Arial"/>
              </a:defRPr>
            </a:lvl9pPr>
          </a:lstStyle>
          <a:p xmlns:a="http://schemas.openxmlformats.org/drawingml/2006/main">
            <a:pPr algn="l">
              <a:defRPr sz="2550" b="1">
                <a:solidFill>
                  <a:srgbClr val="1778B7"/>
                </a:solidFill>
                <a:latin typeface="Arial"/>
                <a:ea typeface="Arial"/>
                <a:cs typeface="Arial"/>
              </a:defRPr>
            </a:pPr>
            <a:r>
              <a:rPr sz="2550" b="1">
                <a:solidFill>
                  <a:srgbClr val="1778B7"/>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E1E6D37-6A96-42F5-B456-D9E4198C5F29}"/>
              </a:ext>
            </a:extLst>
          </p:cNvPr>
          <p:cNvSpPr>
            <a:spLocks xmlns:a="http://schemas.openxmlformats.org/drawingml/2006/main" noGrp="1"/>
          </p:cNvSpPr>
          <p:nvPr/>
        </p:nvSpPr>
        <p:spPr>
          <a:xfrm xmlns:a="http://schemas.openxmlformats.org/drawingml/2006/main">
            <a:off x="6096000" y="275272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102E4C"/>
                </a:solidFill>
                <a:latin typeface="Arial"/>
                <a:ea typeface="Arial"/>
                <a:cs typeface="Arial"/>
              </a:defRPr>
            </a:defPPr>
            <a:lvl1pPr algn="l">
              <a:defRPr sz="2175" b="0">
                <a:solidFill>
                  <a:srgbClr val="102E4C"/>
                </a:solidFill>
                <a:latin typeface="Arial"/>
                <a:ea typeface="Arial"/>
                <a:cs typeface="Arial"/>
              </a:defRPr>
            </a:lvl1pPr>
            <a:lvl2pPr algn="l">
              <a:defRPr sz="2175" b="0">
                <a:solidFill>
                  <a:srgbClr val="102E4C"/>
                </a:solidFill>
                <a:latin typeface="Arial"/>
                <a:ea typeface="Arial"/>
                <a:cs typeface="Arial"/>
              </a:defRPr>
            </a:lvl2pPr>
            <a:lvl3pPr algn="l">
              <a:defRPr sz="2175" b="0">
                <a:solidFill>
                  <a:srgbClr val="102E4C"/>
                </a:solidFill>
                <a:latin typeface="Arial"/>
                <a:ea typeface="Arial"/>
                <a:cs typeface="Arial"/>
              </a:defRPr>
            </a:lvl3pPr>
            <a:lvl4pPr algn="l">
              <a:defRPr sz="2175" b="0">
                <a:solidFill>
                  <a:srgbClr val="102E4C"/>
                </a:solidFill>
                <a:latin typeface="Arial"/>
                <a:ea typeface="Arial"/>
                <a:cs typeface="Arial"/>
              </a:defRPr>
            </a:lvl4pPr>
            <a:lvl5pPr algn="l">
              <a:defRPr sz="2175" b="0">
                <a:solidFill>
                  <a:srgbClr val="102E4C"/>
                </a:solidFill>
                <a:latin typeface="Arial"/>
                <a:ea typeface="Arial"/>
                <a:cs typeface="Arial"/>
              </a:defRPr>
            </a:lvl5pPr>
            <a:lvl6pPr algn="l">
              <a:defRPr sz="2175" b="0">
                <a:solidFill>
                  <a:srgbClr val="102E4C"/>
                </a:solidFill>
                <a:latin typeface="Arial"/>
                <a:ea typeface="Arial"/>
                <a:cs typeface="Arial"/>
              </a:defRPr>
            </a:lvl6pPr>
            <a:lvl7pPr algn="l">
              <a:defRPr sz="2175" b="0">
                <a:solidFill>
                  <a:srgbClr val="102E4C"/>
                </a:solidFill>
                <a:latin typeface="Arial"/>
                <a:ea typeface="Arial"/>
                <a:cs typeface="Arial"/>
              </a:defRPr>
            </a:lvl7pPr>
            <a:lvl8pPr algn="l">
              <a:defRPr sz="2175" b="0">
                <a:solidFill>
                  <a:srgbClr val="102E4C"/>
                </a:solidFill>
                <a:latin typeface="Arial"/>
                <a:ea typeface="Arial"/>
                <a:cs typeface="Arial"/>
              </a:defRPr>
            </a:lvl8pPr>
            <a:lvl9pPr algn="l">
              <a:defRPr sz="2175" b="0">
                <a:solidFill>
                  <a:srgbClr val="102E4C"/>
                </a:solidFill>
                <a:latin typeface="Arial"/>
                <a:ea typeface="Arial"/>
                <a:cs typeface="Arial"/>
              </a:defRPr>
            </a:lvl9pPr>
          </a:lstStyle>
          <a:p xmlns:a="http://schemas.openxmlformats.org/drawingml/2006/main">
            <a:pPr algn="l">
              <a:defRPr sz="2175" b="0">
                <a:solidFill>
                  <a:srgbClr val="102E4C"/>
                </a:solidFill>
                <a:latin typeface="Arial"/>
                <a:ea typeface="Arial"/>
                <a:cs typeface="Arial"/>
              </a:defRPr>
            </a:pPr>
            <a:r>
              <a:rPr sz="2175" b="0">
                <a:solidFill>
                  <a:srgbClr val="102E4C"/>
                </a:solidFill>
                <a:latin typeface="Arial"/>
                <a:ea typeface="Arial"/>
                <a:cs typeface="Arial"/>
              </a:rPr>
              <a:t>Shipment documents</a:t>
            </a:r>
          </a:p>
        </p:txBody>
      </p:sp>
      <p:sp>
        <p:nvSpPr>
          <p:cNvPr id="11" name="">
            <a:extLst xmlns:a="http://schemas.openxmlformats.org/drawingml/2006/main">
              <a:ext uri="{FF2B5EF4-FFF2-40B4-BE49-F238E27FC236}">
                <a16:creationId xmlns:a16="http://schemas.microsoft.com/office/drawing/2014/main" id="{4263AA4B-5866-4AC4-AAF6-7D7F50CED134}"/>
              </a:ext>
            </a:extLst>
          </p:cNvPr>
          <p:cNvSpPr>
            <a:spLocks xmlns:a="http://schemas.openxmlformats.org/drawingml/2006/main" noGrp="1"/>
          </p:cNvSpPr>
          <p:nvPr/>
        </p:nvSpPr>
        <p:spPr>
          <a:xfrm xmlns:a="http://schemas.openxmlformats.org/drawingml/2006/main">
            <a:off x="6096000" y="3267075"/>
            <a:ext cx="523875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B192D09-8CE1-45A1-B3AE-EA67B1F6DB72}"/>
              </a:ext>
            </a:extLst>
          </p:cNvPr>
          <p:cNvSpPr>
            <a:spLocks xmlns:a="http://schemas.openxmlformats.org/drawingml/2006/main" noGrp="1"/>
          </p:cNvSpPr>
          <p:nvPr/>
        </p:nvSpPr>
        <p:spPr>
          <a:xfrm xmlns:a="http://schemas.openxmlformats.org/drawingml/2006/main">
            <a:off x="5476875" y="340042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778B7"/>
                </a:solidFill>
                <a:latin typeface="Arial"/>
                <a:ea typeface="Arial"/>
                <a:cs typeface="Arial"/>
              </a:defRPr>
            </a:defPPr>
            <a:lvl1pPr algn="l">
              <a:defRPr sz="2550" b="1">
                <a:solidFill>
                  <a:srgbClr val="1778B7"/>
                </a:solidFill>
                <a:latin typeface="Arial"/>
                <a:ea typeface="Arial"/>
                <a:cs typeface="Arial"/>
              </a:defRPr>
            </a:lvl1pPr>
            <a:lvl2pPr algn="l">
              <a:defRPr sz="2550" b="1">
                <a:solidFill>
                  <a:srgbClr val="1778B7"/>
                </a:solidFill>
                <a:latin typeface="Arial"/>
                <a:ea typeface="Arial"/>
                <a:cs typeface="Arial"/>
              </a:defRPr>
            </a:lvl2pPr>
            <a:lvl3pPr algn="l">
              <a:defRPr sz="2550" b="1">
                <a:solidFill>
                  <a:srgbClr val="1778B7"/>
                </a:solidFill>
                <a:latin typeface="Arial"/>
                <a:ea typeface="Arial"/>
                <a:cs typeface="Arial"/>
              </a:defRPr>
            </a:lvl3pPr>
            <a:lvl4pPr algn="l">
              <a:defRPr sz="2550" b="1">
                <a:solidFill>
                  <a:srgbClr val="1778B7"/>
                </a:solidFill>
                <a:latin typeface="Arial"/>
                <a:ea typeface="Arial"/>
                <a:cs typeface="Arial"/>
              </a:defRPr>
            </a:lvl4pPr>
            <a:lvl5pPr algn="l">
              <a:defRPr sz="2550" b="1">
                <a:solidFill>
                  <a:srgbClr val="1778B7"/>
                </a:solidFill>
                <a:latin typeface="Arial"/>
                <a:ea typeface="Arial"/>
                <a:cs typeface="Arial"/>
              </a:defRPr>
            </a:lvl5pPr>
            <a:lvl6pPr algn="l">
              <a:defRPr sz="2550" b="1">
                <a:solidFill>
                  <a:srgbClr val="1778B7"/>
                </a:solidFill>
                <a:latin typeface="Arial"/>
                <a:ea typeface="Arial"/>
                <a:cs typeface="Arial"/>
              </a:defRPr>
            </a:lvl6pPr>
            <a:lvl7pPr algn="l">
              <a:defRPr sz="2550" b="1">
                <a:solidFill>
                  <a:srgbClr val="1778B7"/>
                </a:solidFill>
                <a:latin typeface="Arial"/>
                <a:ea typeface="Arial"/>
                <a:cs typeface="Arial"/>
              </a:defRPr>
            </a:lvl7pPr>
            <a:lvl8pPr algn="l">
              <a:defRPr sz="2550" b="1">
                <a:solidFill>
                  <a:srgbClr val="1778B7"/>
                </a:solidFill>
                <a:latin typeface="Arial"/>
                <a:ea typeface="Arial"/>
                <a:cs typeface="Arial"/>
              </a:defRPr>
            </a:lvl8pPr>
            <a:lvl9pPr algn="l">
              <a:defRPr sz="2550" b="1">
                <a:solidFill>
                  <a:srgbClr val="1778B7"/>
                </a:solidFill>
                <a:latin typeface="Arial"/>
                <a:ea typeface="Arial"/>
                <a:cs typeface="Arial"/>
              </a:defRPr>
            </a:lvl9pPr>
          </a:lstStyle>
          <a:p xmlns:a="http://schemas.openxmlformats.org/drawingml/2006/main">
            <a:pPr algn="l">
              <a:defRPr sz="2550" b="1">
                <a:solidFill>
                  <a:srgbClr val="1778B7"/>
                </a:solidFill>
                <a:latin typeface="Arial"/>
                <a:ea typeface="Arial"/>
                <a:cs typeface="Arial"/>
              </a:defRPr>
            </a:pPr>
            <a:r>
              <a:rPr sz="2550" b="1">
                <a:solidFill>
                  <a:srgbClr val="1778B7"/>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DB5E1E3F-4862-4E34-B976-7FFBDFD8B425}"/>
              </a:ext>
            </a:extLst>
          </p:cNvPr>
          <p:cNvSpPr>
            <a:spLocks xmlns:a="http://schemas.openxmlformats.org/drawingml/2006/main" noGrp="1"/>
          </p:cNvSpPr>
          <p:nvPr/>
        </p:nvSpPr>
        <p:spPr>
          <a:xfrm xmlns:a="http://schemas.openxmlformats.org/drawingml/2006/main">
            <a:off x="6096000" y="343852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102E4C"/>
                </a:solidFill>
                <a:latin typeface="Arial"/>
                <a:ea typeface="Arial"/>
                <a:cs typeface="Arial"/>
              </a:defRPr>
            </a:defPPr>
            <a:lvl1pPr algn="l">
              <a:defRPr sz="2175" b="0">
                <a:solidFill>
                  <a:srgbClr val="102E4C"/>
                </a:solidFill>
                <a:latin typeface="Arial"/>
                <a:ea typeface="Arial"/>
                <a:cs typeface="Arial"/>
              </a:defRPr>
            </a:lvl1pPr>
            <a:lvl2pPr algn="l">
              <a:defRPr sz="2175" b="0">
                <a:solidFill>
                  <a:srgbClr val="102E4C"/>
                </a:solidFill>
                <a:latin typeface="Arial"/>
                <a:ea typeface="Arial"/>
                <a:cs typeface="Arial"/>
              </a:defRPr>
            </a:lvl2pPr>
            <a:lvl3pPr algn="l">
              <a:defRPr sz="2175" b="0">
                <a:solidFill>
                  <a:srgbClr val="102E4C"/>
                </a:solidFill>
                <a:latin typeface="Arial"/>
                <a:ea typeface="Arial"/>
                <a:cs typeface="Arial"/>
              </a:defRPr>
            </a:lvl3pPr>
            <a:lvl4pPr algn="l">
              <a:defRPr sz="2175" b="0">
                <a:solidFill>
                  <a:srgbClr val="102E4C"/>
                </a:solidFill>
                <a:latin typeface="Arial"/>
                <a:ea typeface="Arial"/>
                <a:cs typeface="Arial"/>
              </a:defRPr>
            </a:lvl4pPr>
            <a:lvl5pPr algn="l">
              <a:defRPr sz="2175" b="0">
                <a:solidFill>
                  <a:srgbClr val="102E4C"/>
                </a:solidFill>
                <a:latin typeface="Arial"/>
                <a:ea typeface="Arial"/>
                <a:cs typeface="Arial"/>
              </a:defRPr>
            </a:lvl5pPr>
            <a:lvl6pPr algn="l">
              <a:defRPr sz="2175" b="0">
                <a:solidFill>
                  <a:srgbClr val="102E4C"/>
                </a:solidFill>
                <a:latin typeface="Arial"/>
                <a:ea typeface="Arial"/>
                <a:cs typeface="Arial"/>
              </a:defRPr>
            </a:lvl6pPr>
            <a:lvl7pPr algn="l">
              <a:defRPr sz="2175" b="0">
                <a:solidFill>
                  <a:srgbClr val="102E4C"/>
                </a:solidFill>
                <a:latin typeface="Arial"/>
                <a:ea typeface="Arial"/>
                <a:cs typeface="Arial"/>
              </a:defRPr>
            </a:lvl7pPr>
            <a:lvl8pPr algn="l">
              <a:defRPr sz="2175" b="0">
                <a:solidFill>
                  <a:srgbClr val="102E4C"/>
                </a:solidFill>
                <a:latin typeface="Arial"/>
                <a:ea typeface="Arial"/>
                <a:cs typeface="Arial"/>
              </a:defRPr>
            </a:lvl8pPr>
            <a:lvl9pPr algn="l">
              <a:defRPr sz="2175" b="0">
                <a:solidFill>
                  <a:srgbClr val="102E4C"/>
                </a:solidFill>
                <a:latin typeface="Arial"/>
                <a:ea typeface="Arial"/>
                <a:cs typeface="Arial"/>
              </a:defRPr>
            </a:lvl9pPr>
          </a:lstStyle>
          <a:p xmlns:a="http://schemas.openxmlformats.org/drawingml/2006/main">
            <a:pPr algn="l">
              <a:defRPr sz="2175" b="0">
                <a:solidFill>
                  <a:srgbClr val="102E4C"/>
                </a:solidFill>
                <a:latin typeface="Arial"/>
                <a:ea typeface="Arial"/>
                <a:cs typeface="Arial"/>
              </a:defRPr>
            </a:pPr>
            <a:r>
              <a:rPr sz="2175" b="0">
                <a:solidFill>
                  <a:srgbClr val="102E4C"/>
                </a:solidFill>
                <a:latin typeface="Arial"/>
                <a:ea typeface="Arial"/>
                <a:cs typeface="Arial"/>
              </a:rPr>
              <a:t>Product and batch identity</a:t>
            </a:r>
          </a:p>
        </p:txBody>
      </p:sp>
      <p:sp>
        <p:nvSpPr>
          <p:cNvPr id="14" name="">
            <a:extLst xmlns:a="http://schemas.openxmlformats.org/drawingml/2006/main">
              <a:ext uri="{FF2B5EF4-FFF2-40B4-BE49-F238E27FC236}">
                <a16:creationId xmlns:a16="http://schemas.microsoft.com/office/drawing/2014/main" id="{971DA194-AAFF-4653-B3DD-5F23E12843FB}"/>
              </a:ext>
            </a:extLst>
          </p:cNvPr>
          <p:cNvSpPr>
            <a:spLocks xmlns:a="http://schemas.openxmlformats.org/drawingml/2006/main" noGrp="1"/>
          </p:cNvSpPr>
          <p:nvPr/>
        </p:nvSpPr>
        <p:spPr>
          <a:xfrm xmlns:a="http://schemas.openxmlformats.org/drawingml/2006/main">
            <a:off x="6096000" y="3952875"/>
            <a:ext cx="523875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8B4314E-F4A4-4993-BD44-17A35B21059C}"/>
              </a:ext>
            </a:extLst>
          </p:cNvPr>
          <p:cNvSpPr>
            <a:spLocks xmlns:a="http://schemas.openxmlformats.org/drawingml/2006/main" noGrp="1"/>
          </p:cNvSpPr>
          <p:nvPr/>
        </p:nvSpPr>
        <p:spPr>
          <a:xfrm xmlns:a="http://schemas.openxmlformats.org/drawingml/2006/main">
            <a:off x="5476875" y="408622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778B7"/>
                </a:solidFill>
                <a:latin typeface="Arial"/>
                <a:ea typeface="Arial"/>
                <a:cs typeface="Arial"/>
              </a:defRPr>
            </a:defPPr>
            <a:lvl1pPr algn="l">
              <a:defRPr sz="2550" b="1">
                <a:solidFill>
                  <a:srgbClr val="1778B7"/>
                </a:solidFill>
                <a:latin typeface="Arial"/>
                <a:ea typeface="Arial"/>
                <a:cs typeface="Arial"/>
              </a:defRPr>
            </a:lvl1pPr>
            <a:lvl2pPr algn="l">
              <a:defRPr sz="2550" b="1">
                <a:solidFill>
                  <a:srgbClr val="1778B7"/>
                </a:solidFill>
                <a:latin typeface="Arial"/>
                <a:ea typeface="Arial"/>
                <a:cs typeface="Arial"/>
              </a:defRPr>
            </a:lvl2pPr>
            <a:lvl3pPr algn="l">
              <a:defRPr sz="2550" b="1">
                <a:solidFill>
                  <a:srgbClr val="1778B7"/>
                </a:solidFill>
                <a:latin typeface="Arial"/>
                <a:ea typeface="Arial"/>
                <a:cs typeface="Arial"/>
              </a:defRPr>
            </a:lvl3pPr>
            <a:lvl4pPr algn="l">
              <a:defRPr sz="2550" b="1">
                <a:solidFill>
                  <a:srgbClr val="1778B7"/>
                </a:solidFill>
                <a:latin typeface="Arial"/>
                <a:ea typeface="Arial"/>
                <a:cs typeface="Arial"/>
              </a:defRPr>
            </a:lvl4pPr>
            <a:lvl5pPr algn="l">
              <a:defRPr sz="2550" b="1">
                <a:solidFill>
                  <a:srgbClr val="1778B7"/>
                </a:solidFill>
                <a:latin typeface="Arial"/>
                <a:ea typeface="Arial"/>
                <a:cs typeface="Arial"/>
              </a:defRPr>
            </a:lvl5pPr>
            <a:lvl6pPr algn="l">
              <a:defRPr sz="2550" b="1">
                <a:solidFill>
                  <a:srgbClr val="1778B7"/>
                </a:solidFill>
                <a:latin typeface="Arial"/>
                <a:ea typeface="Arial"/>
                <a:cs typeface="Arial"/>
              </a:defRPr>
            </a:lvl6pPr>
            <a:lvl7pPr algn="l">
              <a:defRPr sz="2550" b="1">
                <a:solidFill>
                  <a:srgbClr val="1778B7"/>
                </a:solidFill>
                <a:latin typeface="Arial"/>
                <a:ea typeface="Arial"/>
                <a:cs typeface="Arial"/>
              </a:defRPr>
            </a:lvl7pPr>
            <a:lvl8pPr algn="l">
              <a:defRPr sz="2550" b="1">
                <a:solidFill>
                  <a:srgbClr val="1778B7"/>
                </a:solidFill>
                <a:latin typeface="Arial"/>
                <a:ea typeface="Arial"/>
                <a:cs typeface="Arial"/>
              </a:defRPr>
            </a:lvl8pPr>
            <a:lvl9pPr algn="l">
              <a:defRPr sz="2550" b="1">
                <a:solidFill>
                  <a:srgbClr val="1778B7"/>
                </a:solidFill>
                <a:latin typeface="Arial"/>
                <a:ea typeface="Arial"/>
                <a:cs typeface="Arial"/>
              </a:defRPr>
            </a:lvl9pPr>
          </a:lstStyle>
          <a:p xmlns:a="http://schemas.openxmlformats.org/drawingml/2006/main">
            <a:pPr algn="l">
              <a:defRPr sz="2550" b="1">
                <a:solidFill>
                  <a:srgbClr val="1778B7"/>
                </a:solidFill>
                <a:latin typeface="Arial"/>
                <a:ea typeface="Arial"/>
                <a:cs typeface="Arial"/>
              </a:defRPr>
            </a:pPr>
            <a:r>
              <a:rPr sz="2550" b="1">
                <a:solidFill>
                  <a:srgbClr val="1778B7"/>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378D661-8FEA-4B50-889B-8CF8AC64C422}"/>
              </a:ext>
            </a:extLst>
          </p:cNvPr>
          <p:cNvSpPr>
            <a:spLocks xmlns:a="http://schemas.openxmlformats.org/drawingml/2006/main" noGrp="1"/>
          </p:cNvSpPr>
          <p:nvPr/>
        </p:nvSpPr>
        <p:spPr>
          <a:xfrm xmlns:a="http://schemas.openxmlformats.org/drawingml/2006/main">
            <a:off x="6096000" y="412432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102E4C"/>
                </a:solidFill>
                <a:latin typeface="Arial"/>
                <a:ea typeface="Arial"/>
                <a:cs typeface="Arial"/>
              </a:defRPr>
            </a:defPPr>
            <a:lvl1pPr algn="l">
              <a:defRPr sz="2175" b="0">
                <a:solidFill>
                  <a:srgbClr val="102E4C"/>
                </a:solidFill>
                <a:latin typeface="Arial"/>
                <a:ea typeface="Arial"/>
                <a:cs typeface="Arial"/>
              </a:defRPr>
            </a:lvl1pPr>
            <a:lvl2pPr algn="l">
              <a:defRPr sz="2175" b="0">
                <a:solidFill>
                  <a:srgbClr val="102E4C"/>
                </a:solidFill>
                <a:latin typeface="Arial"/>
                <a:ea typeface="Arial"/>
                <a:cs typeface="Arial"/>
              </a:defRPr>
            </a:lvl2pPr>
            <a:lvl3pPr algn="l">
              <a:defRPr sz="2175" b="0">
                <a:solidFill>
                  <a:srgbClr val="102E4C"/>
                </a:solidFill>
                <a:latin typeface="Arial"/>
                <a:ea typeface="Arial"/>
                <a:cs typeface="Arial"/>
              </a:defRPr>
            </a:lvl3pPr>
            <a:lvl4pPr algn="l">
              <a:defRPr sz="2175" b="0">
                <a:solidFill>
                  <a:srgbClr val="102E4C"/>
                </a:solidFill>
                <a:latin typeface="Arial"/>
                <a:ea typeface="Arial"/>
                <a:cs typeface="Arial"/>
              </a:defRPr>
            </a:lvl4pPr>
            <a:lvl5pPr algn="l">
              <a:defRPr sz="2175" b="0">
                <a:solidFill>
                  <a:srgbClr val="102E4C"/>
                </a:solidFill>
                <a:latin typeface="Arial"/>
                <a:ea typeface="Arial"/>
                <a:cs typeface="Arial"/>
              </a:defRPr>
            </a:lvl5pPr>
            <a:lvl6pPr algn="l">
              <a:defRPr sz="2175" b="0">
                <a:solidFill>
                  <a:srgbClr val="102E4C"/>
                </a:solidFill>
                <a:latin typeface="Arial"/>
                <a:ea typeface="Arial"/>
                <a:cs typeface="Arial"/>
              </a:defRPr>
            </a:lvl6pPr>
            <a:lvl7pPr algn="l">
              <a:defRPr sz="2175" b="0">
                <a:solidFill>
                  <a:srgbClr val="102E4C"/>
                </a:solidFill>
                <a:latin typeface="Arial"/>
                <a:ea typeface="Arial"/>
                <a:cs typeface="Arial"/>
              </a:defRPr>
            </a:lvl7pPr>
            <a:lvl8pPr algn="l">
              <a:defRPr sz="2175" b="0">
                <a:solidFill>
                  <a:srgbClr val="102E4C"/>
                </a:solidFill>
                <a:latin typeface="Arial"/>
                <a:ea typeface="Arial"/>
                <a:cs typeface="Arial"/>
              </a:defRPr>
            </a:lvl8pPr>
            <a:lvl9pPr algn="l">
              <a:defRPr sz="2175" b="0">
                <a:solidFill>
                  <a:srgbClr val="102E4C"/>
                </a:solidFill>
                <a:latin typeface="Arial"/>
                <a:ea typeface="Arial"/>
                <a:cs typeface="Arial"/>
              </a:defRPr>
            </a:lvl9pPr>
          </a:lstStyle>
          <a:p xmlns:a="http://schemas.openxmlformats.org/drawingml/2006/main">
            <a:pPr algn="l">
              <a:defRPr sz="2175" b="0">
                <a:solidFill>
                  <a:srgbClr val="102E4C"/>
                </a:solidFill>
                <a:latin typeface="Arial"/>
                <a:ea typeface="Arial"/>
                <a:cs typeface="Arial"/>
              </a:defRPr>
            </a:pPr>
            <a:r>
              <a:rPr sz="2175" b="0">
                <a:solidFill>
                  <a:srgbClr val="102E4C"/>
                </a:solidFill>
                <a:latin typeface="Arial"/>
                <a:ea typeface="Arial"/>
                <a:cs typeface="Arial"/>
              </a:rPr>
              <a:t>Expiry and shelf life</a:t>
            </a:r>
          </a:p>
        </p:txBody>
      </p:sp>
      <p:sp>
        <p:nvSpPr>
          <p:cNvPr id="17" name="">
            <a:extLst xmlns:a="http://schemas.openxmlformats.org/drawingml/2006/main">
              <a:ext uri="{FF2B5EF4-FFF2-40B4-BE49-F238E27FC236}">
                <a16:creationId xmlns:a16="http://schemas.microsoft.com/office/drawing/2014/main" id="{5FE0F000-26A7-48D4-8668-A8954437E42A}"/>
              </a:ext>
            </a:extLst>
          </p:cNvPr>
          <p:cNvSpPr>
            <a:spLocks xmlns:a="http://schemas.openxmlformats.org/drawingml/2006/main" noGrp="1"/>
          </p:cNvSpPr>
          <p:nvPr/>
        </p:nvSpPr>
        <p:spPr>
          <a:xfrm xmlns:a="http://schemas.openxmlformats.org/drawingml/2006/main">
            <a:off x="6096000" y="4638675"/>
            <a:ext cx="523875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BA95AF-C6F4-44C6-80E7-0A58AABD7C84}"/>
              </a:ext>
            </a:extLst>
          </p:cNvPr>
          <p:cNvSpPr>
            <a:spLocks xmlns:a="http://schemas.openxmlformats.org/drawingml/2006/main" noGrp="1"/>
          </p:cNvSpPr>
          <p:nvPr/>
        </p:nvSpPr>
        <p:spPr>
          <a:xfrm xmlns:a="http://schemas.openxmlformats.org/drawingml/2006/main">
            <a:off x="5476875" y="4772025"/>
            <a:ext cx="45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778B7"/>
                </a:solidFill>
                <a:latin typeface="Arial"/>
                <a:ea typeface="Arial"/>
                <a:cs typeface="Arial"/>
              </a:defRPr>
            </a:defPPr>
            <a:lvl1pPr algn="l">
              <a:defRPr sz="2550" b="1">
                <a:solidFill>
                  <a:srgbClr val="1778B7"/>
                </a:solidFill>
                <a:latin typeface="Arial"/>
                <a:ea typeface="Arial"/>
                <a:cs typeface="Arial"/>
              </a:defRPr>
            </a:lvl1pPr>
            <a:lvl2pPr algn="l">
              <a:defRPr sz="2550" b="1">
                <a:solidFill>
                  <a:srgbClr val="1778B7"/>
                </a:solidFill>
                <a:latin typeface="Arial"/>
                <a:ea typeface="Arial"/>
                <a:cs typeface="Arial"/>
              </a:defRPr>
            </a:lvl2pPr>
            <a:lvl3pPr algn="l">
              <a:defRPr sz="2550" b="1">
                <a:solidFill>
                  <a:srgbClr val="1778B7"/>
                </a:solidFill>
                <a:latin typeface="Arial"/>
                <a:ea typeface="Arial"/>
                <a:cs typeface="Arial"/>
              </a:defRPr>
            </a:lvl3pPr>
            <a:lvl4pPr algn="l">
              <a:defRPr sz="2550" b="1">
                <a:solidFill>
                  <a:srgbClr val="1778B7"/>
                </a:solidFill>
                <a:latin typeface="Arial"/>
                <a:ea typeface="Arial"/>
                <a:cs typeface="Arial"/>
              </a:defRPr>
            </a:lvl4pPr>
            <a:lvl5pPr algn="l">
              <a:defRPr sz="2550" b="1">
                <a:solidFill>
                  <a:srgbClr val="1778B7"/>
                </a:solidFill>
                <a:latin typeface="Arial"/>
                <a:ea typeface="Arial"/>
                <a:cs typeface="Arial"/>
              </a:defRPr>
            </a:lvl5pPr>
            <a:lvl6pPr algn="l">
              <a:defRPr sz="2550" b="1">
                <a:solidFill>
                  <a:srgbClr val="1778B7"/>
                </a:solidFill>
                <a:latin typeface="Arial"/>
                <a:ea typeface="Arial"/>
                <a:cs typeface="Arial"/>
              </a:defRPr>
            </a:lvl6pPr>
            <a:lvl7pPr algn="l">
              <a:defRPr sz="2550" b="1">
                <a:solidFill>
                  <a:srgbClr val="1778B7"/>
                </a:solidFill>
                <a:latin typeface="Arial"/>
                <a:ea typeface="Arial"/>
                <a:cs typeface="Arial"/>
              </a:defRPr>
            </a:lvl7pPr>
            <a:lvl8pPr algn="l">
              <a:defRPr sz="2550" b="1">
                <a:solidFill>
                  <a:srgbClr val="1778B7"/>
                </a:solidFill>
                <a:latin typeface="Arial"/>
                <a:ea typeface="Arial"/>
                <a:cs typeface="Arial"/>
              </a:defRPr>
            </a:lvl8pPr>
            <a:lvl9pPr algn="l">
              <a:defRPr sz="2550" b="1">
                <a:solidFill>
                  <a:srgbClr val="1778B7"/>
                </a:solidFill>
                <a:latin typeface="Arial"/>
                <a:ea typeface="Arial"/>
                <a:cs typeface="Arial"/>
              </a:defRPr>
            </a:lvl9pPr>
          </a:lstStyle>
          <a:p xmlns:a="http://schemas.openxmlformats.org/drawingml/2006/main">
            <a:pPr algn="l">
              <a:defRPr sz="2550" b="1">
                <a:solidFill>
                  <a:srgbClr val="1778B7"/>
                </a:solidFill>
                <a:latin typeface="Arial"/>
                <a:ea typeface="Arial"/>
                <a:cs typeface="Arial"/>
              </a:defRPr>
            </a:pPr>
            <a:r>
              <a:rPr sz="2550" b="1">
                <a:solidFill>
                  <a:srgbClr val="1778B7"/>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5550FBC-7778-41C1-B7DE-95C1DF38EE2E}"/>
              </a:ext>
            </a:extLst>
          </p:cNvPr>
          <p:cNvSpPr>
            <a:spLocks xmlns:a="http://schemas.openxmlformats.org/drawingml/2006/main" noGrp="1"/>
          </p:cNvSpPr>
          <p:nvPr/>
        </p:nvSpPr>
        <p:spPr>
          <a:xfrm xmlns:a="http://schemas.openxmlformats.org/drawingml/2006/main">
            <a:off x="6096000" y="481012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0">
                <a:solidFill>
                  <a:srgbClr val="102E4C"/>
                </a:solidFill>
                <a:latin typeface="Arial"/>
                <a:ea typeface="Arial"/>
                <a:cs typeface="Arial"/>
              </a:defRPr>
            </a:defPPr>
            <a:lvl1pPr algn="l">
              <a:defRPr sz="2175" b="0">
                <a:solidFill>
                  <a:srgbClr val="102E4C"/>
                </a:solidFill>
                <a:latin typeface="Arial"/>
                <a:ea typeface="Arial"/>
                <a:cs typeface="Arial"/>
              </a:defRPr>
            </a:lvl1pPr>
            <a:lvl2pPr algn="l">
              <a:defRPr sz="2175" b="0">
                <a:solidFill>
                  <a:srgbClr val="102E4C"/>
                </a:solidFill>
                <a:latin typeface="Arial"/>
                <a:ea typeface="Arial"/>
                <a:cs typeface="Arial"/>
              </a:defRPr>
            </a:lvl2pPr>
            <a:lvl3pPr algn="l">
              <a:defRPr sz="2175" b="0">
                <a:solidFill>
                  <a:srgbClr val="102E4C"/>
                </a:solidFill>
                <a:latin typeface="Arial"/>
                <a:ea typeface="Arial"/>
                <a:cs typeface="Arial"/>
              </a:defRPr>
            </a:lvl3pPr>
            <a:lvl4pPr algn="l">
              <a:defRPr sz="2175" b="0">
                <a:solidFill>
                  <a:srgbClr val="102E4C"/>
                </a:solidFill>
                <a:latin typeface="Arial"/>
                <a:ea typeface="Arial"/>
                <a:cs typeface="Arial"/>
              </a:defRPr>
            </a:lvl4pPr>
            <a:lvl5pPr algn="l">
              <a:defRPr sz="2175" b="0">
                <a:solidFill>
                  <a:srgbClr val="102E4C"/>
                </a:solidFill>
                <a:latin typeface="Arial"/>
                <a:ea typeface="Arial"/>
                <a:cs typeface="Arial"/>
              </a:defRPr>
            </a:lvl5pPr>
            <a:lvl6pPr algn="l">
              <a:defRPr sz="2175" b="0">
                <a:solidFill>
                  <a:srgbClr val="102E4C"/>
                </a:solidFill>
                <a:latin typeface="Arial"/>
                <a:ea typeface="Arial"/>
                <a:cs typeface="Arial"/>
              </a:defRPr>
            </a:lvl6pPr>
            <a:lvl7pPr algn="l">
              <a:defRPr sz="2175" b="0">
                <a:solidFill>
                  <a:srgbClr val="102E4C"/>
                </a:solidFill>
                <a:latin typeface="Arial"/>
                <a:ea typeface="Arial"/>
                <a:cs typeface="Arial"/>
              </a:defRPr>
            </a:lvl7pPr>
            <a:lvl8pPr algn="l">
              <a:defRPr sz="2175" b="0">
                <a:solidFill>
                  <a:srgbClr val="102E4C"/>
                </a:solidFill>
                <a:latin typeface="Arial"/>
                <a:ea typeface="Arial"/>
                <a:cs typeface="Arial"/>
              </a:defRPr>
            </a:lvl8pPr>
            <a:lvl9pPr algn="l">
              <a:defRPr sz="2175" b="0">
                <a:solidFill>
                  <a:srgbClr val="102E4C"/>
                </a:solidFill>
                <a:latin typeface="Arial"/>
                <a:ea typeface="Arial"/>
                <a:cs typeface="Arial"/>
              </a:defRPr>
            </a:lvl9pPr>
          </a:lstStyle>
          <a:p xmlns:a="http://schemas.openxmlformats.org/drawingml/2006/main">
            <a:pPr algn="l">
              <a:defRPr sz="2175" b="0">
                <a:solidFill>
                  <a:srgbClr val="102E4C"/>
                </a:solidFill>
                <a:latin typeface="Arial"/>
                <a:ea typeface="Arial"/>
                <a:cs typeface="Arial"/>
              </a:defRPr>
            </a:pPr>
            <a:r>
              <a:rPr sz="2175" b="0">
                <a:solidFill>
                  <a:srgbClr val="102E4C"/>
                </a:solidFill>
                <a:latin typeface="Arial"/>
                <a:ea typeface="Arial"/>
                <a:cs typeface="Arial"/>
              </a:rPr>
              <a:t>Packaging and condition</a:t>
            </a:r>
          </a:p>
        </p:txBody>
      </p:sp>
      <p:sp>
        <p:nvSpPr>
          <p:cNvPr id="20" name="">
            <a:extLst xmlns:a="http://schemas.openxmlformats.org/drawingml/2006/main">
              <a:ext uri="{FF2B5EF4-FFF2-40B4-BE49-F238E27FC236}">
                <a16:creationId xmlns:a16="http://schemas.microsoft.com/office/drawing/2014/main" id="{BD6461D7-E815-470E-A890-ACA9E03920CC}"/>
              </a:ext>
            </a:extLst>
          </p:cNvPr>
          <p:cNvSpPr>
            <a:spLocks xmlns:a="http://schemas.openxmlformats.org/drawingml/2006/main" noGrp="1"/>
          </p:cNvSpPr>
          <p:nvPr/>
        </p:nvSpPr>
        <p:spPr>
          <a:xfrm xmlns:a="http://schemas.openxmlformats.org/drawingml/2006/main">
            <a:off x="6096000" y="5324475"/>
            <a:ext cx="5238750" cy="14288"/>
          </a:xfrm>
          <a:prstGeom xmlns:a="http://schemas.openxmlformats.org/drawingml/2006/main" prst="rect">
            <a:avLst/>
          </a:prstGeom>
          <a:solidFill xmlns:a="http://schemas.openxmlformats.org/drawingml/2006/main">
            <a:srgbClr val="D6E3E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EBAC42-CA90-4E9D-84C8-DE79A272FE40}"/>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An unexpected discrepancy needs assessment</a:t>
            </a:r>
          </a:p>
        </p:txBody>
      </p:sp>
    </p:spTree>
    <p:extLst>
      <p:ext uri="{BB962C8B-B14F-4D97-AF65-F5344CB8AC3E}">
        <p14:creationId xmlns:p14="http://schemas.microsoft.com/office/powerpoint/2010/main" val="15760638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574BC536-B064-4088-903C-4B1393FED530}"/>
              </a:ext>
            </a:extLst>
          </p:cNvPr>
          <p:cNvCxnSpPr>
            <a:stCxn xmlns:a="http://schemas.openxmlformats.org/drawingml/2006/main" id="12" idx="2"/>
            <a:endCxn xmlns:a="http://schemas.openxmlformats.org/drawingml/2006/main" id="14" idx="0"/>
          </p:cNvCxnSpPr>
          <p:nvPr/>
        </p:nvCxnSpPr>
        <p:spPr>
          <a:xfrm xmlns:a="http://schemas.openxmlformats.org/drawingml/2006/main" flipH="1">
            <a:off x="6200775" y="4524375"/>
            <a:ext cx="3833813" cy="6191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15515ED9-8C60-42F8-B1C8-6A5FAA103437}"/>
              </a:ext>
            </a:extLst>
          </p:cNvPr>
          <p:cNvCxnSpPr>
            <a:stCxn xmlns:a="http://schemas.openxmlformats.org/drawingml/2006/main" id="10" idx="2"/>
            <a:endCxn xmlns:a="http://schemas.openxmlformats.org/drawingml/2006/main" id="14" idx="0"/>
          </p:cNvCxnSpPr>
          <p:nvPr/>
        </p:nvCxnSpPr>
        <p:spPr>
          <a:xfrm xmlns:a="http://schemas.openxmlformats.org/drawingml/2006/main" flipH="1">
            <a:off x="6200775" y="4524375"/>
            <a:ext cx="4763" cy="6191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F50D56EC-AC55-4F5A-A378-9D1CCC10AA05}"/>
              </a:ext>
            </a:extLst>
          </p:cNvPr>
          <p:cNvCxnSpPr>
            <a:stCxn xmlns:a="http://schemas.openxmlformats.org/drawingml/2006/main" id="8" idx="2"/>
            <a:endCxn xmlns:a="http://schemas.openxmlformats.org/drawingml/2006/main" id="14" idx="0"/>
          </p:cNvCxnSpPr>
          <p:nvPr/>
        </p:nvCxnSpPr>
        <p:spPr>
          <a:xfrm xmlns:a="http://schemas.openxmlformats.org/drawingml/2006/main">
            <a:off x="2376488" y="4524375"/>
            <a:ext cx="3824288" cy="6191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0" name="">
            <a:extLst xmlns:a="http://schemas.openxmlformats.org/drawingml/2006/main">
              <a:ext uri="{FF2B5EF4-FFF2-40B4-BE49-F238E27FC236}">
                <a16:creationId xmlns:a16="http://schemas.microsoft.com/office/drawing/2014/main" id="{72F53779-B164-4FEC-AEA8-25648102D00D}"/>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58C0C909-7EBE-4016-BF72-50546F99DCFD}"/>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B4ECC1C9-2E13-4E68-8B80-2BC16C6AC30C}"/>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04 / GDP IN PRACTICE</a:t>
            </a:r>
          </a:p>
        </p:txBody>
      </p:sp>
      <p:sp>
        <p:nvSpPr>
          <p:cNvPr id="4" name="">
            <a:extLst xmlns:a="http://schemas.openxmlformats.org/drawingml/2006/main">
              <a:ext uri="{FF2B5EF4-FFF2-40B4-BE49-F238E27FC236}">
                <a16:creationId xmlns:a16="http://schemas.microsoft.com/office/drawing/2014/main" id="{6C20D016-4A38-4197-8EB3-722B117E8631}"/>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Picking activities</a:t>
            </a:r>
          </a:p>
        </p:txBody>
      </p:sp>
      <p:sp>
        <p:nvSpPr>
          <p:cNvPr id="5" name="">
            <a:extLst xmlns:a="http://schemas.openxmlformats.org/drawingml/2006/main">
              <a:ext uri="{FF2B5EF4-FFF2-40B4-BE49-F238E27FC236}">
                <a16:creationId xmlns:a16="http://schemas.microsoft.com/office/drawing/2014/main" id="{9D87D8BC-86DA-4FAD-B10E-C5B3BF7C1F42}"/>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13 / 26</a:t>
            </a:r>
          </a:p>
        </p:txBody>
      </p:sp>
      <p:sp>
        <p:nvSpPr>
          <p:cNvPr id="6" name="">
            <a:extLst xmlns:a="http://schemas.openxmlformats.org/drawingml/2006/main">
              <a:ext uri="{FF2B5EF4-FFF2-40B4-BE49-F238E27FC236}">
                <a16:creationId xmlns:a16="http://schemas.microsoft.com/office/drawing/2014/main" id="{C267DD09-D5C1-4920-82C3-97B27ADAB506}"/>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F67DDD89-C15D-417C-BFA6-69480AEB196D}"/>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Accurate selection keeps the product and its distribution record aligned.</a:t>
            </a:r>
          </a:p>
        </p:txBody>
      </p:sp>
      <p:sp>
        <p:nvSpPr>
          <p:cNvPr id="8" name="">
            <a:extLst xmlns:a="http://schemas.openxmlformats.org/drawingml/2006/main">
              <a:ext uri="{FF2B5EF4-FFF2-40B4-BE49-F238E27FC236}">
                <a16:creationId xmlns:a16="http://schemas.microsoft.com/office/drawing/2014/main" id="{BC3C330D-D9D5-4895-96F1-0A4A472DEB63}"/>
              </a:ext>
            </a:extLst>
          </p:cNvPr>
          <p:cNvSpPr>
            <a:spLocks xmlns:a="http://schemas.openxmlformats.org/drawingml/2006/main" noGrp="1"/>
          </p:cNvSpPr>
          <p:nvPr/>
        </p:nvSpPr>
        <p:spPr>
          <a:xfrm xmlns:a="http://schemas.openxmlformats.org/drawingml/2006/main">
            <a:off x="609600" y="3381375"/>
            <a:ext cx="3533775"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FE2C81B-F511-4588-B3B9-289D367D429F}"/>
              </a:ext>
            </a:extLst>
          </p:cNvPr>
          <p:cNvSpPr>
            <a:spLocks xmlns:a="http://schemas.openxmlformats.org/drawingml/2006/main" noGrp="1"/>
          </p:cNvSpPr>
          <p:nvPr/>
        </p:nvSpPr>
        <p:spPr>
          <a:xfrm xmlns:a="http://schemas.openxmlformats.org/drawingml/2006/main">
            <a:off x="781050" y="3543300"/>
            <a:ext cx="3190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Right</a:t>
            </a:r>
          </a:p>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BFB9FC6E-244D-4726-9442-241BA12B11F3}"/>
              </a:ext>
            </a:extLst>
          </p:cNvPr>
          <p:cNvSpPr>
            <a:spLocks xmlns:a="http://schemas.openxmlformats.org/drawingml/2006/main" noGrp="1"/>
          </p:cNvSpPr>
          <p:nvPr/>
        </p:nvSpPr>
        <p:spPr>
          <a:xfrm xmlns:a="http://schemas.openxmlformats.org/drawingml/2006/main">
            <a:off x="4438650" y="3381375"/>
            <a:ext cx="3533775"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A9767D-7F7F-4528-8C6C-F533187010A9}"/>
              </a:ext>
            </a:extLst>
          </p:cNvPr>
          <p:cNvSpPr>
            <a:spLocks xmlns:a="http://schemas.openxmlformats.org/drawingml/2006/main" noGrp="1"/>
          </p:cNvSpPr>
          <p:nvPr/>
        </p:nvSpPr>
        <p:spPr>
          <a:xfrm xmlns:a="http://schemas.openxmlformats.org/drawingml/2006/main">
            <a:off x="4610100" y="3543300"/>
            <a:ext cx="3190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Right</a:t>
            </a:r>
          </a:p>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quantity</a:t>
            </a:r>
          </a:p>
        </p:txBody>
      </p:sp>
      <p:sp>
        <p:nvSpPr>
          <p:cNvPr id="12" name="">
            <a:extLst xmlns:a="http://schemas.openxmlformats.org/drawingml/2006/main">
              <a:ext uri="{FF2B5EF4-FFF2-40B4-BE49-F238E27FC236}">
                <a16:creationId xmlns:a16="http://schemas.microsoft.com/office/drawing/2014/main" id="{0E91DC28-CA68-4646-A205-D425BA62E956}"/>
              </a:ext>
            </a:extLst>
          </p:cNvPr>
          <p:cNvSpPr>
            <a:spLocks xmlns:a="http://schemas.openxmlformats.org/drawingml/2006/main" noGrp="1"/>
          </p:cNvSpPr>
          <p:nvPr/>
        </p:nvSpPr>
        <p:spPr>
          <a:xfrm xmlns:a="http://schemas.openxmlformats.org/drawingml/2006/main">
            <a:off x="8267700" y="3381375"/>
            <a:ext cx="3533775"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DA25ADE-1D75-4848-BCCC-4720BD66F794}"/>
              </a:ext>
            </a:extLst>
          </p:cNvPr>
          <p:cNvSpPr>
            <a:spLocks xmlns:a="http://schemas.openxmlformats.org/drawingml/2006/main" noGrp="1"/>
          </p:cNvSpPr>
          <p:nvPr/>
        </p:nvSpPr>
        <p:spPr>
          <a:xfrm xmlns:a="http://schemas.openxmlformats.org/drawingml/2006/main">
            <a:off x="8439150" y="3543300"/>
            <a:ext cx="3190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02E4C"/>
                </a:solidFill>
                <a:latin typeface="Arial"/>
                <a:ea typeface="Arial"/>
                <a:cs typeface="Arial"/>
              </a:defRPr>
            </a:defPPr>
            <a:lvl1pPr algn="l">
              <a:defRPr sz="2475" b="1">
                <a:solidFill>
                  <a:srgbClr val="102E4C"/>
                </a:solidFill>
                <a:latin typeface="Arial"/>
                <a:ea typeface="Arial"/>
                <a:cs typeface="Arial"/>
              </a:defRPr>
            </a:lvl1pPr>
            <a:lvl2pPr algn="l">
              <a:defRPr sz="2475" b="1">
                <a:solidFill>
                  <a:srgbClr val="102E4C"/>
                </a:solidFill>
                <a:latin typeface="Arial"/>
                <a:ea typeface="Arial"/>
                <a:cs typeface="Arial"/>
              </a:defRPr>
            </a:lvl2pPr>
            <a:lvl3pPr algn="l">
              <a:defRPr sz="2475" b="1">
                <a:solidFill>
                  <a:srgbClr val="102E4C"/>
                </a:solidFill>
                <a:latin typeface="Arial"/>
                <a:ea typeface="Arial"/>
                <a:cs typeface="Arial"/>
              </a:defRPr>
            </a:lvl3pPr>
            <a:lvl4pPr algn="l">
              <a:defRPr sz="2475" b="1">
                <a:solidFill>
                  <a:srgbClr val="102E4C"/>
                </a:solidFill>
                <a:latin typeface="Arial"/>
                <a:ea typeface="Arial"/>
                <a:cs typeface="Arial"/>
              </a:defRPr>
            </a:lvl4pPr>
            <a:lvl5pPr algn="l">
              <a:defRPr sz="2475" b="1">
                <a:solidFill>
                  <a:srgbClr val="102E4C"/>
                </a:solidFill>
                <a:latin typeface="Arial"/>
                <a:ea typeface="Arial"/>
                <a:cs typeface="Arial"/>
              </a:defRPr>
            </a:lvl5pPr>
            <a:lvl6pPr algn="l">
              <a:defRPr sz="2475" b="1">
                <a:solidFill>
                  <a:srgbClr val="102E4C"/>
                </a:solidFill>
                <a:latin typeface="Arial"/>
                <a:ea typeface="Arial"/>
                <a:cs typeface="Arial"/>
              </a:defRPr>
            </a:lvl6pPr>
            <a:lvl7pPr algn="l">
              <a:defRPr sz="2475" b="1">
                <a:solidFill>
                  <a:srgbClr val="102E4C"/>
                </a:solidFill>
                <a:latin typeface="Arial"/>
                <a:ea typeface="Arial"/>
                <a:cs typeface="Arial"/>
              </a:defRPr>
            </a:lvl7pPr>
            <a:lvl8pPr algn="l">
              <a:defRPr sz="2475" b="1">
                <a:solidFill>
                  <a:srgbClr val="102E4C"/>
                </a:solidFill>
                <a:latin typeface="Arial"/>
                <a:ea typeface="Arial"/>
                <a:cs typeface="Arial"/>
              </a:defRPr>
            </a:lvl8pPr>
            <a:lvl9pPr algn="l">
              <a:defRPr sz="2475" b="1">
                <a:solidFill>
                  <a:srgbClr val="102E4C"/>
                </a:solidFill>
                <a:latin typeface="Arial"/>
                <a:ea typeface="Arial"/>
                <a:cs typeface="Arial"/>
              </a:defRPr>
            </a:lvl9pPr>
          </a:lstStyle>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Right</a:t>
            </a:r>
          </a:p>
          <a:p xmlns:a="http://schemas.openxmlformats.org/drawingml/2006/main">
            <a:pPr algn="l">
              <a:defRPr sz="2475" b="1">
                <a:solidFill>
                  <a:srgbClr val="102E4C"/>
                </a:solidFill>
                <a:latin typeface="Arial"/>
                <a:ea typeface="Arial"/>
                <a:cs typeface="Arial"/>
              </a:defRPr>
            </a:pPr>
            <a:r>
              <a:rPr sz="2475" b="1">
                <a:solidFill>
                  <a:srgbClr val="102E4C"/>
                </a:solidFill>
                <a:latin typeface="Arial"/>
                <a:ea typeface="Arial"/>
                <a:cs typeface="Arial"/>
              </a:rPr>
              <a:t>batch</a:t>
            </a:r>
          </a:p>
        </p:txBody>
      </p:sp>
      <p:sp>
        <p:nvSpPr>
          <p:cNvPr id="14" name="">
            <a:extLst xmlns:a="http://schemas.openxmlformats.org/drawingml/2006/main">
              <a:ext uri="{FF2B5EF4-FFF2-40B4-BE49-F238E27FC236}">
                <a16:creationId xmlns:a16="http://schemas.microsoft.com/office/drawing/2014/main" id="{F81E3A91-60FC-4970-8180-42FD5322087A}"/>
              </a:ext>
            </a:extLst>
          </p:cNvPr>
          <p:cNvSpPr>
            <a:spLocks xmlns:a="http://schemas.openxmlformats.org/drawingml/2006/main" noGrp="1"/>
          </p:cNvSpPr>
          <p:nvPr/>
        </p:nvSpPr>
        <p:spPr>
          <a:xfrm xmlns:a="http://schemas.openxmlformats.org/drawingml/2006/main">
            <a:off x="609600" y="5143500"/>
            <a:ext cx="11182350" cy="57150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10F4D22-6211-4CC2-97AD-6790394356BA}"/>
              </a:ext>
            </a:extLst>
          </p:cNvPr>
          <p:cNvSpPr>
            <a:spLocks xmlns:a="http://schemas.openxmlformats.org/drawingml/2006/main" noGrp="1"/>
          </p:cNvSpPr>
          <p:nvPr/>
        </p:nvSpPr>
        <p:spPr>
          <a:xfrm xmlns:a="http://schemas.openxmlformats.org/drawingml/2006/main">
            <a:off x="781050" y="5305425"/>
            <a:ext cx="10839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FULL TRACEABILITY</a:t>
            </a:r>
          </a:p>
        </p:txBody>
      </p:sp>
      <p:sp>
        <p:nvSpPr>
          <p:cNvPr id="19" name="">
            <a:extLst xmlns:a="http://schemas.openxmlformats.org/drawingml/2006/main">
              <a:ext uri="{FF2B5EF4-FFF2-40B4-BE49-F238E27FC236}">
                <a16:creationId xmlns:a16="http://schemas.microsoft.com/office/drawing/2014/main" id="{16F4C077-B10E-4212-BA84-2A1AEE7F3069}"/>
              </a:ext>
            </a:extLst>
          </p:cNvPr>
          <p:cNvSpPr>
            <a:spLocks xmlns:a="http://schemas.openxmlformats.org/drawingml/2006/main" noGrp="1"/>
          </p:cNvSpPr>
          <p:nvPr/>
        </p:nvSpPr>
        <p:spPr>
          <a:xfrm xmlns:a="http://schemas.openxmlformats.org/drawingml/2006/main">
            <a:off x="609600" y="5905500"/>
            <a:ext cx="10953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657B8F"/>
                </a:solidFill>
                <a:latin typeface="Arial"/>
                <a:ea typeface="Arial"/>
                <a:cs typeface="Arial"/>
              </a:defRPr>
            </a:defPPr>
            <a:lvl1pPr algn="l">
              <a:defRPr sz="1575" b="0">
                <a:solidFill>
                  <a:srgbClr val="657B8F"/>
                </a:solidFill>
                <a:latin typeface="Arial"/>
                <a:ea typeface="Arial"/>
                <a:cs typeface="Arial"/>
              </a:defRPr>
            </a:lvl1pPr>
            <a:lvl2pPr algn="l">
              <a:defRPr sz="1575" b="0">
                <a:solidFill>
                  <a:srgbClr val="657B8F"/>
                </a:solidFill>
                <a:latin typeface="Arial"/>
                <a:ea typeface="Arial"/>
                <a:cs typeface="Arial"/>
              </a:defRPr>
            </a:lvl2pPr>
            <a:lvl3pPr algn="l">
              <a:defRPr sz="1575" b="0">
                <a:solidFill>
                  <a:srgbClr val="657B8F"/>
                </a:solidFill>
                <a:latin typeface="Arial"/>
                <a:ea typeface="Arial"/>
                <a:cs typeface="Arial"/>
              </a:defRPr>
            </a:lvl3pPr>
            <a:lvl4pPr algn="l">
              <a:defRPr sz="1575" b="0">
                <a:solidFill>
                  <a:srgbClr val="657B8F"/>
                </a:solidFill>
                <a:latin typeface="Arial"/>
                <a:ea typeface="Arial"/>
                <a:cs typeface="Arial"/>
              </a:defRPr>
            </a:lvl4pPr>
            <a:lvl5pPr algn="l">
              <a:defRPr sz="1575" b="0">
                <a:solidFill>
                  <a:srgbClr val="657B8F"/>
                </a:solidFill>
                <a:latin typeface="Arial"/>
                <a:ea typeface="Arial"/>
                <a:cs typeface="Arial"/>
              </a:defRPr>
            </a:lvl5pPr>
            <a:lvl6pPr algn="l">
              <a:defRPr sz="1575" b="0">
                <a:solidFill>
                  <a:srgbClr val="657B8F"/>
                </a:solidFill>
                <a:latin typeface="Arial"/>
                <a:ea typeface="Arial"/>
                <a:cs typeface="Arial"/>
              </a:defRPr>
            </a:lvl6pPr>
            <a:lvl7pPr algn="l">
              <a:defRPr sz="1575" b="0">
                <a:solidFill>
                  <a:srgbClr val="657B8F"/>
                </a:solidFill>
                <a:latin typeface="Arial"/>
                <a:ea typeface="Arial"/>
                <a:cs typeface="Arial"/>
              </a:defRPr>
            </a:lvl7pPr>
            <a:lvl8pPr algn="l">
              <a:defRPr sz="1575" b="0">
                <a:solidFill>
                  <a:srgbClr val="657B8F"/>
                </a:solidFill>
                <a:latin typeface="Arial"/>
                <a:ea typeface="Arial"/>
                <a:cs typeface="Arial"/>
              </a:defRPr>
            </a:lvl8pPr>
            <a:lvl9pPr algn="l">
              <a:defRPr sz="1575" b="0">
                <a:solidFill>
                  <a:srgbClr val="657B8F"/>
                </a:solidFill>
                <a:latin typeface="Arial"/>
                <a:ea typeface="Arial"/>
                <a:cs typeface="Arial"/>
              </a:defRPr>
            </a:lvl9pPr>
          </a:lstStyle>
          <a:p xmlns:a="http://schemas.openxmlformats.org/drawingml/2006/main">
            <a:pPr algn="l">
              <a:defRPr sz="1575" b="0">
                <a:solidFill>
                  <a:srgbClr val="657B8F"/>
                </a:solidFill>
                <a:latin typeface="Arial"/>
                <a:ea typeface="Arial"/>
                <a:cs typeface="Arial"/>
              </a:defRPr>
            </a:pPr>
            <a:r>
              <a:rPr sz="1575" b="0">
                <a:solidFill>
                  <a:srgbClr val="657B8F"/>
                </a:solidFill>
                <a:latin typeface="Arial"/>
                <a:ea typeface="Arial"/>
                <a:cs typeface="Arial"/>
              </a:rPr>
              <a:t>What happens if the correct product but the wrong batch is shipped?</a:t>
            </a:r>
          </a:p>
        </p:txBody>
      </p:sp>
    </p:spTree>
    <p:extLst>
      <p:ext uri="{BB962C8B-B14F-4D97-AF65-F5344CB8AC3E}">
        <p14:creationId xmlns:p14="http://schemas.microsoft.com/office/powerpoint/2010/main" val="4979877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A0C1D30-DA50-4915-8228-F0AD098872CF}"/>
              </a:ext>
            </a:extLst>
          </p:cNvPr>
          <p:cNvCxnSpPr>
            <a:stCxn xmlns:a="http://schemas.openxmlformats.org/drawingml/2006/main" id="10" idx="3"/>
            <a:endCxn xmlns:a="http://schemas.openxmlformats.org/drawingml/2006/main" id="12" idx="1"/>
          </p:cNvCxnSpPr>
          <p:nvPr/>
        </p:nvCxnSpPr>
        <p:spPr>
          <a:xfrm xmlns:a="http://schemas.openxmlformats.org/drawingml/2006/main">
            <a:off x="7972425" y="4524375"/>
            <a:ext cx="29527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59AE7EB5-E3D1-4E4C-BB96-99E638054127}"/>
              </a:ext>
            </a:extLst>
          </p:cNvPr>
          <p:cNvCxnSpPr>
            <a:stCxn xmlns:a="http://schemas.openxmlformats.org/drawingml/2006/main" id="8" idx="3"/>
            <a:endCxn xmlns:a="http://schemas.openxmlformats.org/drawingml/2006/main" id="10" idx="1"/>
          </p:cNvCxnSpPr>
          <p:nvPr/>
        </p:nvCxnSpPr>
        <p:spPr>
          <a:xfrm xmlns:a="http://schemas.openxmlformats.org/drawingml/2006/main">
            <a:off x="4143375" y="4524375"/>
            <a:ext cx="29527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18" name="">
            <a:extLst xmlns:a="http://schemas.openxmlformats.org/drawingml/2006/main">
              <a:ext uri="{FF2B5EF4-FFF2-40B4-BE49-F238E27FC236}">
                <a16:creationId xmlns:a16="http://schemas.microsoft.com/office/drawing/2014/main" id="{A69702A3-D9CF-4BD9-8174-721A2EDD6E81}"/>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3F390F0A-DCEB-4F9D-AA3D-82006895ACBF}"/>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30776097-6D99-4A01-BC77-112CCC736AE4}"/>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04 / GDP IN PRACTICE</a:t>
            </a:r>
          </a:p>
        </p:txBody>
      </p:sp>
      <p:sp>
        <p:nvSpPr>
          <p:cNvPr id="4" name="">
            <a:extLst xmlns:a="http://schemas.openxmlformats.org/drawingml/2006/main">
              <a:ext uri="{FF2B5EF4-FFF2-40B4-BE49-F238E27FC236}">
                <a16:creationId xmlns:a16="http://schemas.microsoft.com/office/drawing/2014/main" id="{F15B78B0-3528-4667-9CCE-6AF938A6C928}"/>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Transport = mobile storage</a:t>
            </a:r>
          </a:p>
        </p:txBody>
      </p:sp>
      <p:sp>
        <p:nvSpPr>
          <p:cNvPr id="5" name="">
            <a:extLst xmlns:a="http://schemas.openxmlformats.org/drawingml/2006/main">
              <a:ext uri="{FF2B5EF4-FFF2-40B4-BE49-F238E27FC236}">
                <a16:creationId xmlns:a16="http://schemas.microsoft.com/office/drawing/2014/main" id="{D170700E-4EB2-4D52-8FBB-5EF4B3BB2115}"/>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14 / 26</a:t>
            </a:r>
          </a:p>
        </p:txBody>
      </p:sp>
      <p:sp>
        <p:nvSpPr>
          <p:cNvPr id="6" name="">
            <a:extLst xmlns:a="http://schemas.openxmlformats.org/drawingml/2006/main">
              <a:ext uri="{FF2B5EF4-FFF2-40B4-BE49-F238E27FC236}">
                <a16:creationId xmlns:a16="http://schemas.microsoft.com/office/drawing/2014/main" id="{F7C1FFDD-CD9B-466A-B700-74F85A1FF717}"/>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810BF5F6-1B0F-4D28-B665-043BF296DB88}"/>
              </a:ext>
            </a:extLst>
          </p:cNvPr>
          <p:cNvSpPr>
            <a:spLocks xmlns:a="http://schemas.openxmlformats.org/drawingml/2006/main" noGrp="1"/>
          </p:cNvSpPr>
          <p:nvPr/>
        </p:nvSpPr>
        <p:spPr>
          <a:xfrm xmlns:a="http://schemas.openxmlformats.org/drawingml/2006/main">
            <a:off x="609600" y="2667000"/>
            <a:ext cx="10477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778B7"/>
                </a:solidFill>
                <a:latin typeface="Arial"/>
                <a:ea typeface="Arial"/>
                <a:cs typeface="Arial"/>
              </a:defRPr>
            </a:defPPr>
            <a:lvl1pPr algn="l">
              <a:defRPr sz="2850" b="1">
                <a:solidFill>
                  <a:srgbClr val="1778B7"/>
                </a:solidFill>
                <a:latin typeface="Arial"/>
                <a:ea typeface="Arial"/>
                <a:cs typeface="Arial"/>
              </a:defRPr>
            </a:lvl1pPr>
            <a:lvl2pPr algn="l">
              <a:defRPr sz="2850" b="1">
                <a:solidFill>
                  <a:srgbClr val="1778B7"/>
                </a:solidFill>
                <a:latin typeface="Arial"/>
                <a:ea typeface="Arial"/>
                <a:cs typeface="Arial"/>
              </a:defRPr>
            </a:lvl2pPr>
            <a:lvl3pPr algn="l">
              <a:defRPr sz="2850" b="1">
                <a:solidFill>
                  <a:srgbClr val="1778B7"/>
                </a:solidFill>
                <a:latin typeface="Arial"/>
                <a:ea typeface="Arial"/>
                <a:cs typeface="Arial"/>
              </a:defRPr>
            </a:lvl3pPr>
            <a:lvl4pPr algn="l">
              <a:defRPr sz="2850" b="1">
                <a:solidFill>
                  <a:srgbClr val="1778B7"/>
                </a:solidFill>
                <a:latin typeface="Arial"/>
                <a:ea typeface="Arial"/>
                <a:cs typeface="Arial"/>
              </a:defRPr>
            </a:lvl4pPr>
            <a:lvl5pPr algn="l">
              <a:defRPr sz="2850" b="1">
                <a:solidFill>
                  <a:srgbClr val="1778B7"/>
                </a:solidFill>
                <a:latin typeface="Arial"/>
                <a:ea typeface="Arial"/>
                <a:cs typeface="Arial"/>
              </a:defRPr>
            </a:lvl5pPr>
            <a:lvl6pPr algn="l">
              <a:defRPr sz="2850" b="1">
                <a:solidFill>
                  <a:srgbClr val="1778B7"/>
                </a:solidFill>
                <a:latin typeface="Arial"/>
                <a:ea typeface="Arial"/>
                <a:cs typeface="Arial"/>
              </a:defRPr>
            </a:lvl6pPr>
            <a:lvl7pPr algn="l">
              <a:defRPr sz="2850" b="1">
                <a:solidFill>
                  <a:srgbClr val="1778B7"/>
                </a:solidFill>
                <a:latin typeface="Arial"/>
                <a:ea typeface="Arial"/>
                <a:cs typeface="Arial"/>
              </a:defRPr>
            </a:lvl7pPr>
            <a:lvl8pPr algn="l">
              <a:defRPr sz="2850" b="1">
                <a:solidFill>
                  <a:srgbClr val="1778B7"/>
                </a:solidFill>
                <a:latin typeface="Arial"/>
                <a:ea typeface="Arial"/>
                <a:cs typeface="Arial"/>
              </a:defRPr>
            </a:lvl8pPr>
            <a:lvl9pPr algn="l">
              <a:defRPr sz="2850" b="1">
                <a:solidFill>
                  <a:srgbClr val="1778B7"/>
                </a:solidFill>
                <a:latin typeface="Arial"/>
                <a:ea typeface="Arial"/>
                <a:cs typeface="Arial"/>
              </a:defRPr>
            </a:lvl9pPr>
          </a:lstStyle>
          <a:p xmlns:a="http://schemas.openxmlformats.org/drawingml/2006/main">
            <a:pPr algn="l">
              <a:defRPr sz="2850" b="1">
                <a:solidFill>
                  <a:srgbClr val="1778B7"/>
                </a:solidFill>
                <a:latin typeface="Arial"/>
                <a:ea typeface="Arial"/>
                <a:cs typeface="Arial"/>
              </a:defRPr>
            </a:pPr>
            <a:r>
              <a:rPr sz="2850" b="1">
                <a:solidFill>
                  <a:srgbClr val="1778B7"/>
                </a:solidFill>
                <a:latin typeface="Arial"/>
                <a:ea typeface="Arial"/>
                <a:cs typeface="Arial"/>
              </a:rPr>
              <a:t>The location changes.</a:t>
            </a:r>
          </a:p>
          <a:p xmlns:a="http://schemas.openxmlformats.org/drawingml/2006/main">
            <a:pPr algn="l">
              <a:defRPr sz="2850" b="1">
                <a:solidFill>
                  <a:srgbClr val="1778B7"/>
                </a:solidFill>
                <a:latin typeface="Arial"/>
                <a:ea typeface="Arial"/>
                <a:cs typeface="Arial"/>
              </a:defRPr>
            </a:pPr>
            <a:r>
              <a:rPr sz="2850" b="1">
                <a:solidFill>
                  <a:srgbClr val="1778B7"/>
                </a:solidFill>
                <a:latin typeface="Arial"/>
                <a:ea typeface="Arial"/>
                <a:cs typeface="Arial"/>
              </a:rPr>
              <a:t>Quality controls continue.</a:t>
            </a:r>
          </a:p>
        </p:txBody>
      </p:sp>
      <p:sp>
        <p:nvSpPr>
          <p:cNvPr id="8" name="">
            <a:extLst xmlns:a="http://schemas.openxmlformats.org/drawingml/2006/main">
              <a:ext uri="{FF2B5EF4-FFF2-40B4-BE49-F238E27FC236}">
                <a16:creationId xmlns:a16="http://schemas.microsoft.com/office/drawing/2014/main" id="{C0F66F87-201D-4750-B068-BEFEACB6F01A}"/>
              </a:ext>
            </a:extLst>
          </p:cNvPr>
          <p:cNvSpPr>
            <a:spLocks xmlns:a="http://schemas.openxmlformats.org/drawingml/2006/main" noGrp="1"/>
          </p:cNvSpPr>
          <p:nvPr/>
        </p:nvSpPr>
        <p:spPr>
          <a:xfrm xmlns:a="http://schemas.openxmlformats.org/drawingml/2006/main">
            <a:off x="609600" y="4162425"/>
            <a:ext cx="3533775" cy="7239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7A6C6B-A03D-438A-91CB-916E27AA4370}"/>
              </a:ext>
            </a:extLst>
          </p:cNvPr>
          <p:cNvSpPr>
            <a:spLocks xmlns:a="http://schemas.openxmlformats.org/drawingml/2006/main" noGrp="1"/>
          </p:cNvSpPr>
          <p:nvPr/>
        </p:nvSpPr>
        <p:spPr>
          <a:xfrm xmlns:a="http://schemas.openxmlformats.org/drawingml/2006/main">
            <a:off x="781050" y="4324350"/>
            <a:ext cx="3190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02E4C"/>
                </a:solidFill>
                <a:latin typeface="Arial"/>
                <a:ea typeface="Arial"/>
                <a:cs typeface="Arial"/>
              </a:defRPr>
            </a:defPPr>
            <a:lvl1pPr algn="l">
              <a:defRPr sz="2175" b="1">
                <a:solidFill>
                  <a:srgbClr val="102E4C"/>
                </a:solidFill>
                <a:latin typeface="Arial"/>
                <a:ea typeface="Arial"/>
                <a:cs typeface="Arial"/>
              </a:defRPr>
            </a:lvl1pPr>
            <a:lvl2pPr algn="l">
              <a:defRPr sz="2175" b="1">
                <a:solidFill>
                  <a:srgbClr val="102E4C"/>
                </a:solidFill>
                <a:latin typeface="Arial"/>
                <a:ea typeface="Arial"/>
                <a:cs typeface="Arial"/>
              </a:defRPr>
            </a:lvl2pPr>
            <a:lvl3pPr algn="l">
              <a:defRPr sz="2175" b="1">
                <a:solidFill>
                  <a:srgbClr val="102E4C"/>
                </a:solidFill>
                <a:latin typeface="Arial"/>
                <a:ea typeface="Arial"/>
                <a:cs typeface="Arial"/>
              </a:defRPr>
            </a:lvl3pPr>
            <a:lvl4pPr algn="l">
              <a:defRPr sz="2175" b="1">
                <a:solidFill>
                  <a:srgbClr val="102E4C"/>
                </a:solidFill>
                <a:latin typeface="Arial"/>
                <a:ea typeface="Arial"/>
                <a:cs typeface="Arial"/>
              </a:defRPr>
            </a:lvl4pPr>
            <a:lvl5pPr algn="l">
              <a:defRPr sz="2175" b="1">
                <a:solidFill>
                  <a:srgbClr val="102E4C"/>
                </a:solidFill>
                <a:latin typeface="Arial"/>
                <a:ea typeface="Arial"/>
                <a:cs typeface="Arial"/>
              </a:defRPr>
            </a:lvl5pPr>
            <a:lvl6pPr algn="l">
              <a:defRPr sz="2175" b="1">
                <a:solidFill>
                  <a:srgbClr val="102E4C"/>
                </a:solidFill>
                <a:latin typeface="Arial"/>
                <a:ea typeface="Arial"/>
                <a:cs typeface="Arial"/>
              </a:defRPr>
            </a:lvl6pPr>
            <a:lvl7pPr algn="l">
              <a:defRPr sz="2175" b="1">
                <a:solidFill>
                  <a:srgbClr val="102E4C"/>
                </a:solidFill>
                <a:latin typeface="Arial"/>
                <a:ea typeface="Arial"/>
                <a:cs typeface="Arial"/>
              </a:defRPr>
            </a:lvl7pPr>
            <a:lvl8pPr algn="l">
              <a:defRPr sz="2175" b="1">
                <a:solidFill>
                  <a:srgbClr val="102E4C"/>
                </a:solidFill>
                <a:latin typeface="Arial"/>
                <a:ea typeface="Arial"/>
                <a:cs typeface="Arial"/>
              </a:defRPr>
            </a:lvl8pPr>
            <a:lvl9pPr algn="l">
              <a:defRPr sz="2175" b="1">
                <a:solidFill>
                  <a:srgbClr val="102E4C"/>
                </a:solidFill>
                <a:latin typeface="Arial"/>
                <a:ea typeface="Arial"/>
                <a:cs typeface="Arial"/>
              </a:defRPr>
            </a:lvl9pPr>
          </a:lstStyle>
          <a:p xmlns:a="http://schemas.openxmlformats.org/drawingml/2006/main">
            <a:pPr algn="l">
              <a:defRPr sz="2175" b="1">
                <a:solidFill>
                  <a:srgbClr val="102E4C"/>
                </a:solidFill>
                <a:latin typeface="Arial"/>
                <a:ea typeface="Arial"/>
                <a:cs typeface="Arial"/>
              </a:defRPr>
            </a:pPr>
            <a:r>
              <a:rPr sz="2175" b="1">
                <a:solidFill>
                  <a:srgbClr val="102E4C"/>
                </a:solidFill>
                <a:latin typeface="Arial"/>
                <a:ea typeface="Arial"/>
                <a:cs typeface="Arial"/>
              </a:rPr>
              <a:t>Loading</a:t>
            </a:r>
          </a:p>
        </p:txBody>
      </p:sp>
      <p:sp>
        <p:nvSpPr>
          <p:cNvPr id="10" name="">
            <a:extLst xmlns:a="http://schemas.openxmlformats.org/drawingml/2006/main">
              <a:ext uri="{FF2B5EF4-FFF2-40B4-BE49-F238E27FC236}">
                <a16:creationId xmlns:a16="http://schemas.microsoft.com/office/drawing/2014/main" id="{C9E9BACE-3FAE-40BF-96F5-95BB9DAD131A}"/>
              </a:ext>
            </a:extLst>
          </p:cNvPr>
          <p:cNvSpPr>
            <a:spLocks xmlns:a="http://schemas.openxmlformats.org/drawingml/2006/main" noGrp="1"/>
          </p:cNvSpPr>
          <p:nvPr/>
        </p:nvSpPr>
        <p:spPr>
          <a:xfrm xmlns:a="http://schemas.openxmlformats.org/drawingml/2006/main">
            <a:off x="4438650" y="4162425"/>
            <a:ext cx="3533775" cy="72390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C70CDEF-7B4D-498C-8DAD-CDDD3BE2DD8E}"/>
              </a:ext>
            </a:extLst>
          </p:cNvPr>
          <p:cNvSpPr>
            <a:spLocks xmlns:a="http://schemas.openxmlformats.org/drawingml/2006/main" noGrp="1"/>
          </p:cNvSpPr>
          <p:nvPr/>
        </p:nvSpPr>
        <p:spPr>
          <a:xfrm xmlns:a="http://schemas.openxmlformats.org/drawingml/2006/main">
            <a:off x="4610100" y="4324350"/>
            <a:ext cx="3190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Transit</a:t>
            </a:r>
          </a:p>
        </p:txBody>
      </p:sp>
      <p:sp>
        <p:nvSpPr>
          <p:cNvPr id="12" name="">
            <a:extLst xmlns:a="http://schemas.openxmlformats.org/drawingml/2006/main">
              <a:ext uri="{FF2B5EF4-FFF2-40B4-BE49-F238E27FC236}">
                <a16:creationId xmlns:a16="http://schemas.microsoft.com/office/drawing/2014/main" id="{18A6E17A-A277-4C29-B7BC-58A11AD2B3D7}"/>
              </a:ext>
            </a:extLst>
          </p:cNvPr>
          <p:cNvSpPr>
            <a:spLocks xmlns:a="http://schemas.openxmlformats.org/drawingml/2006/main" noGrp="1"/>
          </p:cNvSpPr>
          <p:nvPr/>
        </p:nvSpPr>
        <p:spPr>
          <a:xfrm xmlns:a="http://schemas.openxmlformats.org/drawingml/2006/main">
            <a:off x="8267700" y="4162425"/>
            <a:ext cx="3533775" cy="7239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B0202B-47C9-4338-8E37-A3281BBC364B}"/>
              </a:ext>
            </a:extLst>
          </p:cNvPr>
          <p:cNvSpPr>
            <a:spLocks xmlns:a="http://schemas.openxmlformats.org/drawingml/2006/main" noGrp="1"/>
          </p:cNvSpPr>
          <p:nvPr/>
        </p:nvSpPr>
        <p:spPr>
          <a:xfrm xmlns:a="http://schemas.openxmlformats.org/drawingml/2006/main">
            <a:off x="8439150" y="4324350"/>
            <a:ext cx="31908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02E4C"/>
                </a:solidFill>
                <a:latin typeface="Arial"/>
                <a:ea typeface="Arial"/>
                <a:cs typeface="Arial"/>
              </a:defRPr>
            </a:defPPr>
            <a:lvl1pPr algn="l">
              <a:defRPr sz="2175" b="1">
                <a:solidFill>
                  <a:srgbClr val="102E4C"/>
                </a:solidFill>
                <a:latin typeface="Arial"/>
                <a:ea typeface="Arial"/>
                <a:cs typeface="Arial"/>
              </a:defRPr>
            </a:lvl1pPr>
            <a:lvl2pPr algn="l">
              <a:defRPr sz="2175" b="1">
                <a:solidFill>
                  <a:srgbClr val="102E4C"/>
                </a:solidFill>
                <a:latin typeface="Arial"/>
                <a:ea typeface="Arial"/>
                <a:cs typeface="Arial"/>
              </a:defRPr>
            </a:lvl2pPr>
            <a:lvl3pPr algn="l">
              <a:defRPr sz="2175" b="1">
                <a:solidFill>
                  <a:srgbClr val="102E4C"/>
                </a:solidFill>
                <a:latin typeface="Arial"/>
                <a:ea typeface="Arial"/>
                <a:cs typeface="Arial"/>
              </a:defRPr>
            </a:lvl3pPr>
            <a:lvl4pPr algn="l">
              <a:defRPr sz="2175" b="1">
                <a:solidFill>
                  <a:srgbClr val="102E4C"/>
                </a:solidFill>
                <a:latin typeface="Arial"/>
                <a:ea typeface="Arial"/>
                <a:cs typeface="Arial"/>
              </a:defRPr>
            </a:lvl4pPr>
            <a:lvl5pPr algn="l">
              <a:defRPr sz="2175" b="1">
                <a:solidFill>
                  <a:srgbClr val="102E4C"/>
                </a:solidFill>
                <a:latin typeface="Arial"/>
                <a:ea typeface="Arial"/>
                <a:cs typeface="Arial"/>
              </a:defRPr>
            </a:lvl5pPr>
            <a:lvl6pPr algn="l">
              <a:defRPr sz="2175" b="1">
                <a:solidFill>
                  <a:srgbClr val="102E4C"/>
                </a:solidFill>
                <a:latin typeface="Arial"/>
                <a:ea typeface="Arial"/>
                <a:cs typeface="Arial"/>
              </a:defRPr>
            </a:lvl6pPr>
            <a:lvl7pPr algn="l">
              <a:defRPr sz="2175" b="1">
                <a:solidFill>
                  <a:srgbClr val="102E4C"/>
                </a:solidFill>
                <a:latin typeface="Arial"/>
                <a:ea typeface="Arial"/>
                <a:cs typeface="Arial"/>
              </a:defRPr>
            </a:lvl7pPr>
            <a:lvl8pPr algn="l">
              <a:defRPr sz="2175" b="1">
                <a:solidFill>
                  <a:srgbClr val="102E4C"/>
                </a:solidFill>
                <a:latin typeface="Arial"/>
                <a:ea typeface="Arial"/>
                <a:cs typeface="Arial"/>
              </a:defRPr>
            </a:lvl8pPr>
            <a:lvl9pPr algn="l">
              <a:defRPr sz="2175" b="1">
                <a:solidFill>
                  <a:srgbClr val="102E4C"/>
                </a:solidFill>
                <a:latin typeface="Arial"/>
                <a:ea typeface="Arial"/>
                <a:cs typeface="Arial"/>
              </a:defRPr>
            </a:lvl9pPr>
          </a:lstStyle>
          <a:p xmlns:a="http://schemas.openxmlformats.org/drawingml/2006/main">
            <a:pPr algn="l">
              <a:defRPr sz="2175" b="1">
                <a:solidFill>
                  <a:srgbClr val="102E4C"/>
                </a:solidFill>
                <a:latin typeface="Arial"/>
                <a:ea typeface="Arial"/>
                <a:cs typeface="Arial"/>
              </a:defRPr>
            </a:pPr>
            <a:r>
              <a:rPr sz="2175" b="1">
                <a:solidFill>
                  <a:srgbClr val="102E4C"/>
                </a:solidFill>
                <a:latin typeface="Arial"/>
                <a:ea typeface="Arial"/>
                <a:cs typeface="Arial"/>
              </a:rPr>
              <a:t>Delivery</a:t>
            </a:r>
          </a:p>
        </p:txBody>
      </p:sp>
      <p:sp>
        <p:nvSpPr>
          <p:cNvPr id="16" name="">
            <a:extLst xmlns:a="http://schemas.openxmlformats.org/drawingml/2006/main">
              <a:ext uri="{FF2B5EF4-FFF2-40B4-BE49-F238E27FC236}">
                <a16:creationId xmlns:a16="http://schemas.microsoft.com/office/drawing/2014/main" id="{DC263E2E-8E1A-48F7-ABAC-26B414D379A9}"/>
              </a:ext>
            </a:extLst>
          </p:cNvPr>
          <p:cNvSpPr>
            <a:spLocks xmlns:a="http://schemas.openxmlformats.org/drawingml/2006/main" noGrp="1"/>
          </p:cNvSpPr>
          <p:nvPr/>
        </p:nvSpPr>
        <p:spPr>
          <a:xfrm xmlns:a="http://schemas.openxmlformats.org/drawingml/2006/main">
            <a:off x="609600" y="5305425"/>
            <a:ext cx="1085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102E4C"/>
                </a:solidFill>
                <a:latin typeface="Arial"/>
                <a:ea typeface="Arial"/>
                <a:cs typeface="Arial"/>
              </a:defRPr>
            </a:defPPr>
            <a:lvl1pPr algn="l">
              <a:defRPr sz="1800" b="0">
                <a:solidFill>
                  <a:srgbClr val="102E4C"/>
                </a:solidFill>
                <a:latin typeface="Arial"/>
                <a:ea typeface="Arial"/>
                <a:cs typeface="Arial"/>
              </a:defRPr>
            </a:lvl1pPr>
            <a:lvl2pPr algn="l">
              <a:defRPr sz="1800" b="0">
                <a:solidFill>
                  <a:srgbClr val="102E4C"/>
                </a:solidFill>
                <a:latin typeface="Arial"/>
                <a:ea typeface="Arial"/>
                <a:cs typeface="Arial"/>
              </a:defRPr>
            </a:lvl2pPr>
            <a:lvl3pPr algn="l">
              <a:defRPr sz="1800" b="0">
                <a:solidFill>
                  <a:srgbClr val="102E4C"/>
                </a:solidFill>
                <a:latin typeface="Arial"/>
                <a:ea typeface="Arial"/>
                <a:cs typeface="Arial"/>
              </a:defRPr>
            </a:lvl3pPr>
            <a:lvl4pPr algn="l">
              <a:defRPr sz="1800" b="0">
                <a:solidFill>
                  <a:srgbClr val="102E4C"/>
                </a:solidFill>
                <a:latin typeface="Arial"/>
                <a:ea typeface="Arial"/>
                <a:cs typeface="Arial"/>
              </a:defRPr>
            </a:lvl4pPr>
            <a:lvl5pPr algn="l">
              <a:defRPr sz="1800" b="0">
                <a:solidFill>
                  <a:srgbClr val="102E4C"/>
                </a:solidFill>
                <a:latin typeface="Arial"/>
                <a:ea typeface="Arial"/>
                <a:cs typeface="Arial"/>
              </a:defRPr>
            </a:lvl5pPr>
            <a:lvl6pPr algn="l">
              <a:defRPr sz="1800" b="0">
                <a:solidFill>
                  <a:srgbClr val="102E4C"/>
                </a:solidFill>
                <a:latin typeface="Arial"/>
                <a:ea typeface="Arial"/>
                <a:cs typeface="Arial"/>
              </a:defRPr>
            </a:lvl6pPr>
            <a:lvl7pPr algn="l">
              <a:defRPr sz="1800" b="0">
                <a:solidFill>
                  <a:srgbClr val="102E4C"/>
                </a:solidFill>
                <a:latin typeface="Arial"/>
                <a:ea typeface="Arial"/>
                <a:cs typeface="Arial"/>
              </a:defRPr>
            </a:lvl7pPr>
            <a:lvl8pPr algn="l">
              <a:defRPr sz="1800" b="0">
                <a:solidFill>
                  <a:srgbClr val="102E4C"/>
                </a:solidFill>
                <a:latin typeface="Arial"/>
                <a:ea typeface="Arial"/>
                <a:cs typeface="Arial"/>
              </a:defRPr>
            </a:lvl8pPr>
            <a:lvl9pPr algn="l">
              <a:defRPr sz="1800" b="0">
                <a:solidFill>
                  <a:srgbClr val="102E4C"/>
                </a:solidFill>
                <a:latin typeface="Arial"/>
                <a:ea typeface="Arial"/>
                <a:cs typeface="Arial"/>
              </a:defRPr>
            </a:lvl9pPr>
          </a:lstStyle>
          <a:p xmlns:a="http://schemas.openxmlformats.org/drawingml/2006/main">
            <a:pPr algn="l">
              <a:defRPr sz="1800" b="0">
                <a:solidFill>
                  <a:srgbClr val="102E4C"/>
                </a:solidFill>
                <a:latin typeface="Arial"/>
                <a:ea typeface="Arial"/>
                <a:cs typeface="Arial"/>
              </a:defRPr>
            </a:pPr>
            <a:r>
              <a:rPr sz="1800" b="0">
                <a:solidFill>
                  <a:srgbClr val="102E4C"/>
                </a:solidFill>
                <a:latin typeface="Arial"/>
                <a:ea typeface="Arial"/>
                <a:cs typeface="Arial"/>
              </a:rPr>
              <a:t>Temperature control     Security     Route planning     Shipment records</a:t>
            </a:r>
          </a:p>
        </p:txBody>
      </p:sp>
      <p:sp>
        <p:nvSpPr>
          <p:cNvPr id="17" name="">
            <a:extLst xmlns:a="http://schemas.openxmlformats.org/drawingml/2006/main">
              <a:ext uri="{FF2B5EF4-FFF2-40B4-BE49-F238E27FC236}">
                <a16:creationId xmlns:a16="http://schemas.microsoft.com/office/drawing/2014/main" id="{F3635F86-5DE0-4DAB-9B91-84C368AE04CA}"/>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Plan for handovers, waiting time and unplanned stops</a:t>
            </a:r>
          </a:p>
        </p:txBody>
      </p:sp>
    </p:spTree>
    <p:extLst>
      <p:ext uri="{BB962C8B-B14F-4D97-AF65-F5344CB8AC3E}">
        <p14:creationId xmlns:p14="http://schemas.microsoft.com/office/powerpoint/2010/main" val="1475935790"/>
      </p:ext>
    </p:extLst>
  </p:cSld>
</p:sld>
</file>

<file path=ppt/slides/slide15.xml><?xml version="1.0" encoding="utf-8"?>
<p:sld xmlns:p="http://schemas.openxmlformats.org/presentationml/2006/main">
  <p:cSld>
    <p:bg>
      <p:bgPr>
        <a:solidFill xmlns:a="http://schemas.openxmlformats.org/drawingml/2006/main">
          <a:srgbClr val="102E4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13B385-942D-4FFC-9F62-749C36A3B3F5}"/>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FFFFFF"/>
                </a:solidFill>
                <a:latin typeface="Arial"/>
                <a:ea typeface="Arial"/>
                <a:cs typeface="Arial"/>
              </a:defRPr>
            </a:defPPr>
            <a:lvl1pPr algn="l">
              <a:defRPr sz="1350" b="1">
                <a:solidFill>
                  <a:srgbClr val="FFFFFF"/>
                </a:solidFill>
                <a:latin typeface="Arial"/>
                <a:ea typeface="Arial"/>
                <a:cs typeface="Arial"/>
              </a:defRPr>
            </a:lvl1pPr>
            <a:lvl2pPr algn="l">
              <a:defRPr sz="1350" b="1">
                <a:solidFill>
                  <a:srgbClr val="FFFFFF"/>
                </a:solidFill>
                <a:latin typeface="Arial"/>
                <a:ea typeface="Arial"/>
                <a:cs typeface="Arial"/>
              </a:defRPr>
            </a:lvl2pPr>
            <a:lvl3pPr algn="l">
              <a:defRPr sz="1350" b="1">
                <a:solidFill>
                  <a:srgbClr val="FFFFFF"/>
                </a:solidFill>
                <a:latin typeface="Arial"/>
                <a:ea typeface="Arial"/>
                <a:cs typeface="Arial"/>
              </a:defRPr>
            </a:lvl3pPr>
            <a:lvl4pPr algn="l">
              <a:defRPr sz="1350" b="1">
                <a:solidFill>
                  <a:srgbClr val="FFFFFF"/>
                </a:solidFill>
                <a:latin typeface="Arial"/>
                <a:ea typeface="Arial"/>
                <a:cs typeface="Arial"/>
              </a:defRPr>
            </a:lvl4pPr>
            <a:lvl5pPr algn="l">
              <a:defRPr sz="1350" b="1">
                <a:solidFill>
                  <a:srgbClr val="FFFFFF"/>
                </a:solidFill>
                <a:latin typeface="Arial"/>
                <a:ea typeface="Arial"/>
                <a:cs typeface="Arial"/>
              </a:defRPr>
            </a:lvl5pPr>
            <a:lvl6pPr algn="l">
              <a:defRPr sz="1350" b="1">
                <a:solidFill>
                  <a:srgbClr val="FFFFFF"/>
                </a:solidFill>
                <a:latin typeface="Arial"/>
                <a:ea typeface="Arial"/>
                <a:cs typeface="Arial"/>
              </a:defRPr>
            </a:lvl6pPr>
            <a:lvl7pPr algn="l">
              <a:defRPr sz="1350" b="1">
                <a:solidFill>
                  <a:srgbClr val="FFFFFF"/>
                </a:solidFill>
                <a:latin typeface="Arial"/>
                <a:ea typeface="Arial"/>
                <a:cs typeface="Arial"/>
              </a:defRPr>
            </a:lvl7pPr>
            <a:lvl8pPr algn="l">
              <a:defRPr sz="1350" b="1">
                <a:solidFill>
                  <a:srgbClr val="FFFFFF"/>
                </a:solidFill>
                <a:latin typeface="Arial"/>
                <a:ea typeface="Arial"/>
                <a:cs typeface="Arial"/>
              </a:defRPr>
            </a:lvl8pPr>
            <a:lvl9pPr algn="l">
              <a:defRPr sz="1350" b="1">
                <a:solidFill>
                  <a:srgbClr val="FFFFFF"/>
                </a:solidFill>
                <a:latin typeface="Arial"/>
                <a:ea typeface="Arial"/>
                <a:cs typeface="Arial"/>
              </a:defRPr>
            </a:lvl9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67A7E3F8-EB4B-4A80-8995-EACD6924C527}"/>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71D1CF"/>
                </a:solidFill>
                <a:latin typeface="Arial"/>
                <a:ea typeface="Arial"/>
                <a:cs typeface="Arial"/>
              </a:defRPr>
            </a:defPPr>
            <a:lvl1pPr algn="l">
              <a:defRPr sz="900" b="0">
                <a:solidFill>
                  <a:srgbClr val="71D1CF"/>
                </a:solidFill>
                <a:latin typeface="Arial"/>
                <a:ea typeface="Arial"/>
                <a:cs typeface="Arial"/>
              </a:defRPr>
            </a:lvl1pPr>
            <a:lvl2pPr algn="l">
              <a:defRPr sz="900" b="0">
                <a:solidFill>
                  <a:srgbClr val="71D1CF"/>
                </a:solidFill>
                <a:latin typeface="Arial"/>
                <a:ea typeface="Arial"/>
                <a:cs typeface="Arial"/>
              </a:defRPr>
            </a:lvl2pPr>
            <a:lvl3pPr algn="l">
              <a:defRPr sz="900" b="0">
                <a:solidFill>
                  <a:srgbClr val="71D1CF"/>
                </a:solidFill>
                <a:latin typeface="Arial"/>
                <a:ea typeface="Arial"/>
                <a:cs typeface="Arial"/>
              </a:defRPr>
            </a:lvl3pPr>
            <a:lvl4pPr algn="l">
              <a:defRPr sz="900" b="0">
                <a:solidFill>
                  <a:srgbClr val="71D1CF"/>
                </a:solidFill>
                <a:latin typeface="Arial"/>
                <a:ea typeface="Arial"/>
                <a:cs typeface="Arial"/>
              </a:defRPr>
            </a:lvl4pPr>
            <a:lvl5pPr algn="l">
              <a:defRPr sz="900" b="0">
                <a:solidFill>
                  <a:srgbClr val="71D1CF"/>
                </a:solidFill>
                <a:latin typeface="Arial"/>
                <a:ea typeface="Arial"/>
                <a:cs typeface="Arial"/>
              </a:defRPr>
            </a:lvl5pPr>
            <a:lvl6pPr algn="l">
              <a:defRPr sz="900" b="0">
                <a:solidFill>
                  <a:srgbClr val="71D1CF"/>
                </a:solidFill>
                <a:latin typeface="Arial"/>
                <a:ea typeface="Arial"/>
                <a:cs typeface="Arial"/>
              </a:defRPr>
            </a:lvl6pPr>
            <a:lvl7pPr algn="l">
              <a:defRPr sz="900" b="0">
                <a:solidFill>
                  <a:srgbClr val="71D1CF"/>
                </a:solidFill>
                <a:latin typeface="Arial"/>
                <a:ea typeface="Arial"/>
                <a:cs typeface="Arial"/>
              </a:defRPr>
            </a:lvl7pPr>
            <a:lvl8pPr algn="l">
              <a:defRPr sz="900" b="0">
                <a:solidFill>
                  <a:srgbClr val="71D1CF"/>
                </a:solidFill>
                <a:latin typeface="Arial"/>
                <a:ea typeface="Arial"/>
                <a:cs typeface="Arial"/>
              </a:defRPr>
            </a:lvl8pPr>
            <a:lvl9pPr algn="l">
              <a:defRPr sz="900" b="0">
                <a:solidFill>
                  <a:srgbClr val="71D1CF"/>
                </a:solidFill>
                <a:latin typeface="Arial"/>
                <a:ea typeface="Arial"/>
                <a:cs typeface="Arial"/>
              </a:defRPr>
            </a:lvl9pPr>
          </a:lstStyle>
          <a:p xmlns:a="http://schemas.openxmlformats.org/drawingml/2006/main">
            <a:pPr algn="l">
              <a:defRPr sz="900" b="0">
                <a:solidFill>
                  <a:srgbClr val="71D1CF"/>
                </a:solidFill>
                <a:latin typeface="Arial"/>
                <a:ea typeface="Arial"/>
                <a:cs typeface="Arial"/>
              </a:defRPr>
            </a:pPr>
            <a:r>
              <a:rPr sz="900" b="0">
                <a:solidFill>
                  <a:srgbClr val="71D1C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7CFB63AA-4656-47E0-B2AF-6D14C08B0507}"/>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71D1CF"/>
                </a:solidFill>
                <a:latin typeface="Arial"/>
                <a:ea typeface="Arial"/>
                <a:cs typeface="Arial"/>
              </a:defRPr>
            </a:defPPr>
            <a:lvl1pPr algn="l">
              <a:defRPr sz="1050" b="1">
                <a:solidFill>
                  <a:srgbClr val="71D1CF"/>
                </a:solidFill>
                <a:latin typeface="Arial"/>
                <a:ea typeface="Arial"/>
                <a:cs typeface="Arial"/>
              </a:defRPr>
            </a:lvl1pPr>
            <a:lvl2pPr algn="l">
              <a:defRPr sz="1050" b="1">
                <a:solidFill>
                  <a:srgbClr val="71D1CF"/>
                </a:solidFill>
                <a:latin typeface="Arial"/>
                <a:ea typeface="Arial"/>
                <a:cs typeface="Arial"/>
              </a:defRPr>
            </a:lvl2pPr>
            <a:lvl3pPr algn="l">
              <a:defRPr sz="1050" b="1">
                <a:solidFill>
                  <a:srgbClr val="71D1CF"/>
                </a:solidFill>
                <a:latin typeface="Arial"/>
                <a:ea typeface="Arial"/>
                <a:cs typeface="Arial"/>
              </a:defRPr>
            </a:lvl3pPr>
            <a:lvl4pPr algn="l">
              <a:defRPr sz="1050" b="1">
                <a:solidFill>
                  <a:srgbClr val="71D1CF"/>
                </a:solidFill>
                <a:latin typeface="Arial"/>
                <a:ea typeface="Arial"/>
                <a:cs typeface="Arial"/>
              </a:defRPr>
            </a:lvl4pPr>
            <a:lvl5pPr algn="l">
              <a:defRPr sz="1050" b="1">
                <a:solidFill>
                  <a:srgbClr val="71D1CF"/>
                </a:solidFill>
                <a:latin typeface="Arial"/>
                <a:ea typeface="Arial"/>
                <a:cs typeface="Arial"/>
              </a:defRPr>
            </a:lvl5pPr>
            <a:lvl6pPr algn="l">
              <a:defRPr sz="1050" b="1">
                <a:solidFill>
                  <a:srgbClr val="71D1CF"/>
                </a:solidFill>
                <a:latin typeface="Arial"/>
                <a:ea typeface="Arial"/>
                <a:cs typeface="Arial"/>
              </a:defRPr>
            </a:lvl6pPr>
            <a:lvl7pPr algn="l">
              <a:defRPr sz="1050" b="1">
                <a:solidFill>
                  <a:srgbClr val="71D1CF"/>
                </a:solidFill>
                <a:latin typeface="Arial"/>
                <a:ea typeface="Arial"/>
                <a:cs typeface="Arial"/>
              </a:defRPr>
            </a:lvl7pPr>
            <a:lvl8pPr algn="l">
              <a:defRPr sz="1050" b="1">
                <a:solidFill>
                  <a:srgbClr val="71D1CF"/>
                </a:solidFill>
                <a:latin typeface="Arial"/>
                <a:ea typeface="Arial"/>
                <a:cs typeface="Arial"/>
              </a:defRPr>
            </a:lvl8pPr>
            <a:lvl9pPr algn="l">
              <a:defRPr sz="1050" b="1">
                <a:solidFill>
                  <a:srgbClr val="71D1CF"/>
                </a:solidFill>
                <a:latin typeface="Arial"/>
                <a:ea typeface="Arial"/>
                <a:cs typeface="Arial"/>
              </a:defRPr>
            </a:lvl9pPr>
          </a:lstStyle>
          <a:p xmlns:a="http://schemas.openxmlformats.org/drawingml/2006/main">
            <a:pPr algn="l">
              <a:defRPr sz="1050" b="1">
                <a:solidFill>
                  <a:srgbClr val="71D1CF"/>
                </a:solidFill>
                <a:latin typeface="Arial"/>
                <a:ea typeface="Arial"/>
                <a:cs typeface="Arial"/>
              </a:defRPr>
            </a:pPr>
            <a:r>
              <a:rPr sz="1050" b="1">
                <a:solidFill>
                  <a:srgbClr val="71D1CF"/>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2D6D59C7-4DDA-42BE-A669-4756B63301E2}"/>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Is it fit for its intended purpose?</a:t>
            </a:r>
          </a:p>
        </p:txBody>
      </p:sp>
      <p:sp>
        <p:nvSpPr>
          <p:cNvPr id="5" name="">
            <a:extLst xmlns:a="http://schemas.openxmlformats.org/drawingml/2006/main">
              <a:ext uri="{FF2B5EF4-FFF2-40B4-BE49-F238E27FC236}">
                <a16:creationId xmlns:a16="http://schemas.microsoft.com/office/drawing/2014/main" id="{D1C0FC46-A595-44E6-9C49-71E102BFA453}"/>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71D1CF"/>
                </a:solidFill>
                <a:latin typeface="Arial"/>
                <a:ea typeface="Arial"/>
                <a:cs typeface="Arial"/>
              </a:defRPr>
            </a:defPPr>
            <a:lvl1pPr algn="l">
              <a:defRPr sz="900" b="0">
                <a:solidFill>
                  <a:srgbClr val="71D1CF"/>
                </a:solidFill>
                <a:latin typeface="Arial"/>
                <a:ea typeface="Arial"/>
                <a:cs typeface="Arial"/>
              </a:defRPr>
            </a:lvl1pPr>
            <a:lvl2pPr algn="l">
              <a:defRPr sz="900" b="0">
                <a:solidFill>
                  <a:srgbClr val="71D1CF"/>
                </a:solidFill>
                <a:latin typeface="Arial"/>
                <a:ea typeface="Arial"/>
                <a:cs typeface="Arial"/>
              </a:defRPr>
            </a:lvl2pPr>
            <a:lvl3pPr algn="l">
              <a:defRPr sz="900" b="0">
                <a:solidFill>
                  <a:srgbClr val="71D1CF"/>
                </a:solidFill>
                <a:latin typeface="Arial"/>
                <a:ea typeface="Arial"/>
                <a:cs typeface="Arial"/>
              </a:defRPr>
            </a:lvl3pPr>
            <a:lvl4pPr algn="l">
              <a:defRPr sz="900" b="0">
                <a:solidFill>
                  <a:srgbClr val="71D1CF"/>
                </a:solidFill>
                <a:latin typeface="Arial"/>
                <a:ea typeface="Arial"/>
                <a:cs typeface="Arial"/>
              </a:defRPr>
            </a:lvl4pPr>
            <a:lvl5pPr algn="l">
              <a:defRPr sz="900" b="0">
                <a:solidFill>
                  <a:srgbClr val="71D1CF"/>
                </a:solidFill>
                <a:latin typeface="Arial"/>
                <a:ea typeface="Arial"/>
                <a:cs typeface="Arial"/>
              </a:defRPr>
            </a:lvl5pPr>
            <a:lvl6pPr algn="l">
              <a:defRPr sz="900" b="0">
                <a:solidFill>
                  <a:srgbClr val="71D1CF"/>
                </a:solidFill>
                <a:latin typeface="Arial"/>
                <a:ea typeface="Arial"/>
                <a:cs typeface="Arial"/>
              </a:defRPr>
            </a:lvl6pPr>
            <a:lvl7pPr algn="l">
              <a:defRPr sz="900" b="0">
                <a:solidFill>
                  <a:srgbClr val="71D1CF"/>
                </a:solidFill>
                <a:latin typeface="Arial"/>
                <a:ea typeface="Arial"/>
                <a:cs typeface="Arial"/>
              </a:defRPr>
            </a:lvl7pPr>
            <a:lvl8pPr algn="l">
              <a:defRPr sz="900" b="0">
                <a:solidFill>
                  <a:srgbClr val="71D1CF"/>
                </a:solidFill>
                <a:latin typeface="Arial"/>
                <a:ea typeface="Arial"/>
                <a:cs typeface="Arial"/>
              </a:defRPr>
            </a:lvl8pPr>
            <a:lvl9pPr algn="l">
              <a:defRPr sz="900" b="0">
                <a:solidFill>
                  <a:srgbClr val="71D1CF"/>
                </a:solidFill>
                <a:latin typeface="Arial"/>
                <a:ea typeface="Arial"/>
                <a:cs typeface="Arial"/>
              </a:defRPr>
            </a:lvl9pPr>
          </a:lstStyle>
          <a:p xmlns:a="http://schemas.openxmlformats.org/drawingml/2006/main">
            <a:pPr algn="l">
              <a:defRPr sz="900" b="0">
                <a:solidFill>
                  <a:srgbClr val="71D1CF"/>
                </a:solidFill>
                <a:latin typeface="Arial"/>
                <a:ea typeface="Arial"/>
                <a:cs typeface="Arial"/>
              </a:defRPr>
            </a:pPr>
            <a:r>
              <a:rPr sz="900" b="0">
                <a:solidFill>
                  <a:srgbClr val="71D1CF"/>
                </a:solidFill>
                <a:latin typeface="Arial"/>
                <a:ea typeface="Arial"/>
                <a:cs typeface="Arial"/>
              </a:rPr>
              <a:t>15 / 26</a:t>
            </a:r>
          </a:p>
        </p:txBody>
      </p:sp>
      <p:sp>
        <p:nvSpPr>
          <p:cNvPr id="6" name="">
            <a:extLst xmlns:a="http://schemas.openxmlformats.org/drawingml/2006/main">
              <a:ext uri="{FF2B5EF4-FFF2-40B4-BE49-F238E27FC236}">
                <a16:creationId xmlns:a16="http://schemas.microsoft.com/office/drawing/2014/main" id="{0441CDA1-1066-4F34-8436-26D57ECF7A93}"/>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B5CBD9"/>
                </a:solidFill>
                <a:latin typeface="Arial"/>
                <a:ea typeface="Arial"/>
                <a:cs typeface="Arial"/>
              </a:defRPr>
            </a:defPPr>
            <a:lvl1pPr algn="l">
              <a:defRPr sz="900" b="0">
                <a:solidFill>
                  <a:srgbClr val="B5CBD9"/>
                </a:solidFill>
                <a:latin typeface="Arial"/>
                <a:ea typeface="Arial"/>
                <a:cs typeface="Arial"/>
              </a:defRPr>
            </a:lvl1pPr>
            <a:lvl2pPr algn="l">
              <a:defRPr sz="900" b="0">
                <a:solidFill>
                  <a:srgbClr val="B5CBD9"/>
                </a:solidFill>
                <a:latin typeface="Arial"/>
                <a:ea typeface="Arial"/>
                <a:cs typeface="Arial"/>
              </a:defRPr>
            </a:lvl2pPr>
            <a:lvl3pPr algn="l">
              <a:defRPr sz="900" b="0">
                <a:solidFill>
                  <a:srgbClr val="B5CBD9"/>
                </a:solidFill>
                <a:latin typeface="Arial"/>
                <a:ea typeface="Arial"/>
                <a:cs typeface="Arial"/>
              </a:defRPr>
            </a:lvl3pPr>
            <a:lvl4pPr algn="l">
              <a:defRPr sz="900" b="0">
                <a:solidFill>
                  <a:srgbClr val="B5CBD9"/>
                </a:solidFill>
                <a:latin typeface="Arial"/>
                <a:ea typeface="Arial"/>
                <a:cs typeface="Arial"/>
              </a:defRPr>
            </a:lvl4pPr>
            <a:lvl5pPr algn="l">
              <a:defRPr sz="900" b="0">
                <a:solidFill>
                  <a:srgbClr val="B5CBD9"/>
                </a:solidFill>
                <a:latin typeface="Arial"/>
                <a:ea typeface="Arial"/>
                <a:cs typeface="Arial"/>
              </a:defRPr>
            </a:lvl5pPr>
            <a:lvl6pPr algn="l">
              <a:defRPr sz="900" b="0">
                <a:solidFill>
                  <a:srgbClr val="B5CBD9"/>
                </a:solidFill>
                <a:latin typeface="Arial"/>
                <a:ea typeface="Arial"/>
                <a:cs typeface="Arial"/>
              </a:defRPr>
            </a:lvl6pPr>
            <a:lvl7pPr algn="l">
              <a:defRPr sz="900" b="0">
                <a:solidFill>
                  <a:srgbClr val="B5CBD9"/>
                </a:solidFill>
                <a:latin typeface="Arial"/>
                <a:ea typeface="Arial"/>
                <a:cs typeface="Arial"/>
              </a:defRPr>
            </a:lvl7pPr>
            <a:lvl8pPr algn="l">
              <a:defRPr sz="900" b="0">
                <a:solidFill>
                  <a:srgbClr val="B5CBD9"/>
                </a:solidFill>
                <a:latin typeface="Arial"/>
                <a:ea typeface="Arial"/>
                <a:cs typeface="Arial"/>
              </a:defRPr>
            </a:lvl8pPr>
            <a:lvl9pPr algn="l">
              <a:defRPr sz="900" b="0">
                <a:solidFill>
                  <a:srgbClr val="B5CBD9"/>
                </a:solidFill>
                <a:latin typeface="Arial"/>
                <a:ea typeface="Arial"/>
                <a:cs typeface="Arial"/>
              </a:defRPr>
            </a:lvl9pPr>
          </a:lstStyle>
          <a:p xmlns:a="http://schemas.openxmlformats.org/drawingml/2006/main">
            <a:pPr algn="l">
              <a:defRPr sz="900" b="0">
                <a:solidFill>
                  <a:srgbClr val="B5CBD9"/>
                </a:solidFill>
                <a:latin typeface="Arial"/>
                <a:ea typeface="Arial"/>
                <a:cs typeface="Arial"/>
              </a:defRPr>
            </a:pPr>
            <a:r>
              <a:rPr sz="900" b="0">
                <a:solidFill>
                  <a:srgbClr val="B5CBD9"/>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CD9F4E0C-346A-43D1-AB00-87D7AE7DBA66}"/>
              </a:ext>
            </a:extLst>
          </p:cNvPr>
          <p:cNvSpPr>
            <a:spLocks xmlns:a="http://schemas.openxmlformats.org/drawingml/2006/main" noGrp="1"/>
          </p:cNvSpPr>
          <p:nvPr/>
        </p:nvSpPr>
        <p:spPr>
          <a:xfrm xmlns:a="http://schemas.openxmlformats.org/drawingml/2006/main">
            <a:off x="609600" y="283845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71D1CF"/>
                </a:solidFill>
                <a:latin typeface="Arial"/>
                <a:ea typeface="Arial"/>
                <a:cs typeface="Arial"/>
              </a:defRPr>
            </a:defPPr>
            <a:lvl1pPr algn="l">
              <a:defRPr sz="1350" b="1">
                <a:solidFill>
                  <a:srgbClr val="71D1CF"/>
                </a:solidFill>
                <a:latin typeface="Arial"/>
                <a:ea typeface="Arial"/>
                <a:cs typeface="Arial"/>
              </a:defRPr>
            </a:lvl1pPr>
            <a:lvl2pPr algn="l">
              <a:defRPr sz="1350" b="1">
                <a:solidFill>
                  <a:srgbClr val="71D1CF"/>
                </a:solidFill>
                <a:latin typeface="Arial"/>
                <a:ea typeface="Arial"/>
                <a:cs typeface="Arial"/>
              </a:defRPr>
            </a:lvl2pPr>
            <a:lvl3pPr algn="l">
              <a:defRPr sz="1350" b="1">
                <a:solidFill>
                  <a:srgbClr val="71D1CF"/>
                </a:solidFill>
                <a:latin typeface="Arial"/>
                <a:ea typeface="Arial"/>
                <a:cs typeface="Arial"/>
              </a:defRPr>
            </a:lvl3pPr>
            <a:lvl4pPr algn="l">
              <a:defRPr sz="1350" b="1">
                <a:solidFill>
                  <a:srgbClr val="71D1CF"/>
                </a:solidFill>
                <a:latin typeface="Arial"/>
                <a:ea typeface="Arial"/>
                <a:cs typeface="Arial"/>
              </a:defRPr>
            </a:lvl4pPr>
            <a:lvl5pPr algn="l">
              <a:defRPr sz="1350" b="1">
                <a:solidFill>
                  <a:srgbClr val="71D1CF"/>
                </a:solidFill>
                <a:latin typeface="Arial"/>
                <a:ea typeface="Arial"/>
                <a:cs typeface="Arial"/>
              </a:defRPr>
            </a:lvl5pPr>
            <a:lvl6pPr algn="l">
              <a:defRPr sz="1350" b="1">
                <a:solidFill>
                  <a:srgbClr val="71D1CF"/>
                </a:solidFill>
                <a:latin typeface="Arial"/>
                <a:ea typeface="Arial"/>
                <a:cs typeface="Arial"/>
              </a:defRPr>
            </a:lvl6pPr>
            <a:lvl7pPr algn="l">
              <a:defRPr sz="1350" b="1">
                <a:solidFill>
                  <a:srgbClr val="71D1CF"/>
                </a:solidFill>
                <a:latin typeface="Arial"/>
                <a:ea typeface="Arial"/>
                <a:cs typeface="Arial"/>
              </a:defRPr>
            </a:lvl7pPr>
            <a:lvl8pPr algn="l">
              <a:defRPr sz="1350" b="1">
                <a:solidFill>
                  <a:srgbClr val="71D1CF"/>
                </a:solidFill>
                <a:latin typeface="Arial"/>
                <a:ea typeface="Arial"/>
                <a:cs typeface="Arial"/>
              </a:defRPr>
            </a:lvl8pPr>
            <a:lvl9pPr algn="l">
              <a:defRPr sz="1350" b="1">
                <a:solidFill>
                  <a:srgbClr val="71D1CF"/>
                </a:solidFill>
                <a:latin typeface="Arial"/>
                <a:ea typeface="Arial"/>
                <a:cs typeface="Arial"/>
              </a:defRPr>
            </a:lvl9pPr>
          </a:lstStyle>
          <a:p xmlns:a="http://schemas.openxmlformats.org/drawingml/2006/main">
            <a:pPr algn="l">
              <a:defRPr sz="1350" b="1">
                <a:solidFill>
                  <a:srgbClr val="71D1CF"/>
                </a:solidFill>
                <a:latin typeface="Arial"/>
                <a:ea typeface="Arial"/>
                <a:cs typeface="Arial"/>
              </a:defRPr>
            </a:pPr>
            <a:r>
              <a:rPr sz="1350" b="1">
                <a:solidFill>
                  <a:srgbClr val="71D1CF"/>
                </a:solidFill>
                <a:latin typeface="Arial"/>
                <a:ea typeface="Arial"/>
                <a:cs typeface="Arial"/>
              </a:rPr>
              <a:t>QUALIFICATION</a:t>
            </a:r>
          </a:p>
        </p:txBody>
      </p:sp>
      <p:sp>
        <p:nvSpPr>
          <p:cNvPr id="8" name="">
            <a:extLst xmlns:a="http://schemas.openxmlformats.org/drawingml/2006/main">
              <a:ext uri="{FF2B5EF4-FFF2-40B4-BE49-F238E27FC236}">
                <a16:creationId xmlns:a16="http://schemas.microsoft.com/office/drawing/2014/main" id="{7D982A7D-D823-4F3A-8E35-4B876B727536}"/>
              </a:ext>
            </a:extLst>
          </p:cNvPr>
          <p:cNvSpPr>
            <a:spLocks xmlns:a="http://schemas.openxmlformats.org/drawingml/2006/main" noGrp="1"/>
          </p:cNvSpPr>
          <p:nvPr/>
        </p:nvSpPr>
        <p:spPr>
          <a:xfrm xmlns:a="http://schemas.openxmlformats.org/drawingml/2006/main">
            <a:off x="609600" y="3390900"/>
            <a:ext cx="504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FFFFFF"/>
                </a:solidFill>
                <a:latin typeface="Arial"/>
                <a:ea typeface="Arial"/>
                <a:cs typeface="Arial"/>
              </a:defRPr>
            </a:defPPr>
            <a:lvl1pPr algn="l">
              <a:defRPr sz="2700" b="1">
                <a:solidFill>
                  <a:srgbClr val="FFFFFF"/>
                </a:solidFill>
                <a:latin typeface="Arial"/>
                <a:ea typeface="Arial"/>
                <a:cs typeface="Arial"/>
              </a:defRPr>
            </a:lvl1pPr>
            <a:lvl2pPr algn="l">
              <a:defRPr sz="2700" b="1">
                <a:solidFill>
                  <a:srgbClr val="FFFFFF"/>
                </a:solidFill>
                <a:latin typeface="Arial"/>
                <a:ea typeface="Arial"/>
                <a:cs typeface="Arial"/>
              </a:defRPr>
            </a:lvl2pPr>
            <a:lvl3pPr algn="l">
              <a:defRPr sz="2700" b="1">
                <a:solidFill>
                  <a:srgbClr val="FFFFFF"/>
                </a:solidFill>
                <a:latin typeface="Arial"/>
                <a:ea typeface="Arial"/>
                <a:cs typeface="Arial"/>
              </a:defRPr>
            </a:lvl3pPr>
            <a:lvl4pPr algn="l">
              <a:defRPr sz="2700" b="1">
                <a:solidFill>
                  <a:srgbClr val="FFFFFF"/>
                </a:solidFill>
                <a:latin typeface="Arial"/>
                <a:ea typeface="Arial"/>
                <a:cs typeface="Arial"/>
              </a:defRPr>
            </a:lvl4pPr>
            <a:lvl5pPr algn="l">
              <a:defRPr sz="2700" b="1">
                <a:solidFill>
                  <a:srgbClr val="FFFFFF"/>
                </a:solidFill>
                <a:latin typeface="Arial"/>
                <a:ea typeface="Arial"/>
                <a:cs typeface="Arial"/>
              </a:defRPr>
            </a:lvl5pPr>
            <a:lvl6pPr algn="l">
              <a:defRPr sz="2700" b="1">
                <a:solidFill>
                  <a:srgbClr val="FFFFFF"/>
                </a:solidFill>
                <a:latin typeface="Arial"/>
                <a:ea typeface="Arial"/>
                <a:cs typeface="Arial"/>
              </a:defRPr>
            </a:lvl6pPr>
            <a:lvl7pPr algn="l">
              <a:defRPr sz="2700" b="1">
                <a:solidFill>
                  <a:srgbClr val="FFFFFF"/>
                </a:solidFill>
                <a:latin typeface="Arial"/>
                <a:ea typeface="Arial"/>
                <a:cs typeface="Arial"/>
              </a:defRPr>
            </a:lvl7pPr>
            <a:lvl8pPr algn="l">
              <a:defRPr sz="2700" b="1">
                <a:solidFill>
                  <a:srgbClr val="FFFFFF"/>
                </a:solidFill>
                <a:latin typeface="Arial"/>
                <a:ea typeface="Arial"/>
                <a:cs typeface="Arial"/>
              </a:defRPr>
            </a:lvl8pPr>
            <a:lvl9pPr algn="l">
              <a:defRPr sz="2700" b="1">
                <a:solidFill>
                  <a:srgbClr val="FFFFFF"/>
                </a:solidFill>
                <a:latin typeface="Arial"/>
                <a:ea typeface="Arial"/>
                <a:cs typeface="Arial"/>
              </a:defRPr>
            </a:lvl9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Suitable premises,</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equipment and systems</a:t>
            </a:r>
          </a:p>
        </p:txBody>
      </p:sp>
      <p:sp>
        <p:nvSpPr>
          <p:cNvPr id="9" name="">
            <a:extLst xmlns:a="http://schemas.openxmlformats.org/drawingml/2006/main">
              <a:ext uri="{FF2B5EF4-FFF2-40B4-BE49-F238E27FC236}">
                <a16:creationId xmlns:a16="http://schemas.microsoft.com/office/drawing/2014/main" id="{DED92908-26E8-483E-8F87-3506464297A9}"/>
              </a:ext>
            </a:extLst>
          </p:cNvPr>
          <p:cNvSpPr>
            <a:spLocks xmlns:a="http://schemas.openxmlformats.org/drawingml/2006/main" noGrp="1"/>
          </p:cNvSpPr>
          <p:nvPr/>
        </p:nvSpPr>
        <p:spPr>
          <a:xfrm xmlns:a="http://schemas.openxmlformats.org/drawingml/2006/main">
            <a:off x="6762750" y="283845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71D1CF"/>
                </a:solidFill>
                <a:latin typeface="Arial"/>
                <a:ea typeface="Arial"/>
                <a:cs typeface="Arial"/>
              </a:defRPr>
            </a:defPPr>
            <a:lvl1pPr algn="l">
              <a:defRPr sz="1350" b="1">
                <a:solidFill>
                  <a:srgbClr val="71D1CF"/>
                </a:solidFill>
                <a:latin typeface="Arial"/>
                <a:ea typeface="Arial"/>
                <a:cs typeface="Arial"/>
              </a:defRPr>
            </a:lvl1pPr>
            <a:lvl2pPr algn="l">
              <a:defRPr sz="1350" b="1">
                <a:solidFill>
                  <a:srgbClr val="71D1CF"/>
                </a:solidFill>
                <a:latin typeface="Arial"/>
                <a:ea typeface="Arial"/>
                <a:cs typeface="Arial"/>
              </a:defRPr>
            </a:lvl2pPr>
            <a:lvl3pPr algn="l">
              <a:defRPr sz="1350" b="1">
                <a:solidFill>
                  <a:srgbClr val="71D1CF"/>
                </a:solidFill>
                <a:latin typeface="Arial"/>
                <a:ea typeface="Arial"/>
                <a:cs typeface="Arial"/>
              </a:defRPr>
            </a:lvl3pPr>
            <a:lvl4pPr algn="l">
              <a:defRPr sz="1350" b="1">
                <a:solidFill>
                  <a:srgbClr val="71D1CF"/>
                </a:solidFill>
                <a:latin typeface="Arial"/>
                <a:ea typeface="Arial"/>
                <a:cs typeface="Arial"/>
              </a:defRPr>
            </a:lvl4pPr>
            <a:lvl5pPr algn="l">
              <a:defRPr sz="1350" b="1">
                <a:solidFill>
                  <a:srgbClr val="71D1CF"/>
                </a:solidFill>
                <a:latin typeface="Arial"/>
                <a:ea typeface="Arial"/>
                <a:cs typeface="Arial"/>
              </a:defRPr>
            </a:lvl5pPr>
            <a:lvl6pPr algn="l">
              <a:defRPr sz="1350" b="1">
                <a:solidFill>
                  <a:srgbClr val="71D1CF"/>
                </a:solidFill>
                <a:latin typeface="Arial"/>
                <a:ea typeface="Arial"/>
                <a:cs typeface="Arial"/>
              </a:defRPr>
            </a:lvl6pPr>
            <a:lvl7pPr algn="l">
              <a:defRPr sz="1350" b="1">
                <a:solidFill>
                  <a:srgbClr val="71D1CF"/>
                </a:solidFill>
                <a:latin typeface="Arial"/>
                <a:ea typeface="Arial"/>
                <a:cs typeface="Arial"/>
              </a:defRPr>
            </a:lvl7pPr>
            <a:lvl8pPr algn="l">
              <a:defRPr sz="1350" b="1">
                <a:solidFill>
                  <a:srgbClr val="71D1CF"/>
                </a:solidFill>
                <a:latin typeface="Arial"/>
                <a:ea typeface="Arial"/>
                <a:cs typeface="Arial"/>
              </a:defRPr>
            </a:lvl8pPr>
            <a:lvl9pPr algn="l">
              <a:defRPr sz="1350" b="1">
                <a:solidFill>
                  <a:srgbClr val="71D1CF"/>
                </a:solidFill>
                <a:latin typeface="Arial"/>
                <a:ea typeface="Arial"/>
                <a:cs typeface="Arial"/>
              </a:defRPr>
            </a:lvl9pPr>
          </a:lstStyle>
          <a:p xmlns:a="http://schemas.openxmlformats.org/drawingml/2006/main">
            <a:pPr algn="l">
              <a:defRPr sz="1350" b="1">
                <a:solidFill>
                  <a:srgbClr val="71D1CF"/>
                </a:solidFill>
                <a:latin typeface="Arial"/>
                <a:ea typeface="Arial"/>
                <a:cs typeface="Arial"/>
              </a:defRPr>
            </a:pPr>
            <a:r>
              <a:rPr sz="1350" b="1">
                <a:solidFill>
                  <a:srgbClr val="71D1CF"/>
                </a:solidFill>
                <a:latin typeface="Arial"/>
                <a:ea typeface="Arial"/>
                <a:cs typeface="Arial"/>
              </a:rPr>
              <a:t>VALIDATION</a:t>
            </a:r>
          </a:p>
        </p:txBody>
      </p:sp>
      <p:sp>
        <p:nvSpPr>
          <p:cNvPr id="10" name="">
            <a:extLst xmlns:a="http://schemas.openxmlformats.org/drawingml/2006/main">
              <a:ext uri="{FF2B5EF4-FFF2-40B4-BE49-F238E27FC236}">
                <a16:creationId xmlns:a16="http://schemas.microsoft.com/office/drawing/2014/main" id="{5BF94A95-39BB-4C85-855F-80788D478C80}"/>
              </a:ext>
            </a:extLst>
          </p:cNvPr>
          <p:cNvSpPr>
            <a:spLocks xmlns:a="http://schemas.openxmlformats.org/drawingml/2006/main" noGrp="1"/>
          </p:cNvSpPr>
          <p:nvPr/>
        </p:nvSpPr>
        <p:spPr>
          <a:xfrm xmlns:a="http://schemas.openxmlformats.org/drawingml/2006/main">
            <a:off x="6762750" y="3390900"/>
            <a:ext cx="4762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A process consistently</a:t>
            </a:r>
          </a:p>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achieves its intended result</a:t>
            </a:r>
          </a:p>
        </p:txBody>
      </p:sp>
      <p:sp>
        <p:nvSpPr>
          <p:cNvPr id="11" name="">
            <a:extLst xmlns:a="http://schemas.openxmlformats.org/drawingml/2006/main">
              <a:ext uri="{FF2B5EF4-FFF2-40B4-BE49-F238E27FC236}">
                <a16:creationId xmlns:a16="http://schemas.microsoft.com/office/drawing/2014/main" id="{615C743B-42CC-4BE8-84E0-0E5BEE88C7E8}"/>
              </a:ext>
            </a:extLst>
          </p:cNvPr>
          <p:cNvSpPr>
            <a:spLocks xmlns:a="http://schemas.openxmlformats.org/drawingml/2006/main" noGrp="1"/>
          </p:cNvSpPr>
          <p:nvPr/>
        </p:nvSpPr>
        <p:spPr>
          <a:xfrm xmlns:a="http://schemas.openxmlformats.org/drawingml/2006/main">
            <a:off x="609600" y="539115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B5CBD9"/>
                </a:solidFill>
                <a:latin typeface="Arial"/>
                <a:ea typeface="Arial"/>
                <a:cs typeface="Arial"/>
              </a:defRPr>
            </a:defPPr>
            <a:lvl1pPr algn="l">
              <a:defRPr sz="1875" b="0">
                <a:solidFill>
                  <a:srgbClr val="B5CBD9"/>
                </a:solidFill>
                <a:latin typeface="Arial"/>
                <a:ea typeface="Arial"/>
                <a:cs typeface="Arial"/>
              </a:defRPr>
            </a:lvl1pPr>
            <a:lvl2pPr algn="l">
              <a:defRPr sz="1875" b="0">
                <a:solidFill>
                  <a:srgbClr val="B5CBD9"/>
                </a:solidFill>
                <a:latin typeface="Arial"/>
                <a:ea typeface="Arial"/>
                <a:cs typeface="Arial"/>
              </a:defRPr>
            </a:lvl2pPr>
            <a:lvl3pPr algn="l">
              <a:defRPr sz="1875" b="0">
                <a:solidFill>
                  <a:srgbClr val="B5CBD9"/>
                </a:solidFill>
                <a:latin typeface="Arial"/>
                <a:ea typeface="Arial"/>
                <a:cs typeface="Arial"/>
              </a:defRPr>
            </a:lvl3pPr>
            <a:lvl4pPr algn="l">
              <a:defRPr sz="1875" b="0">
                <a:solidFill>
                  <a:srgbClr val="B5CBD9"/>
                </a:solidFill>
                <a:latin typeface="Arial"/>
                <a:ea typeface="Arial"/>
                <a:cs typeface="Arial"/>
              </a:defRPr>
            </a:lvl4pPr>
            <a:lvl5pPr algn="l">
              <a:defRPr sz="1875" b="0">
                <a:solidFill>
                  <a:srgbClr val="B5CBD9"/>
                </a:solidFill>
                <a:latin typeface="Arial"/>
                <a:ea typeface="Arial"/>
                <a:cs typeface="Arial"/>
              </a:defRPr>
            </a:lvl5pPr>
            <a:lvl6pPr algn="l">
              <a:defRPr sz="1875" b="0">
                <a:solidFill>
                  <a:srgbClr val="B5CBD9"/>
                </a:solidFill>
                <a:latin typeface="Arial"/>
                <a:ea typeface="Arial"/>
                <a:cs typeface="Arial"/>
              </a:defRPr>
            </a:lvl6pPr>
            <a:lvl7pPr algn="l">
              <a:defRPr sz="1875" b="0">
                <a:solidFill>
                  <a:srgbClr val="B5CBD9"/>
                </a:solidFill>
                <a:latin typeface="Arial"/>
                <a:ea typeface="Arial"/>
                <a:cs typeface="Arial"/>
              </a:defRPr>
            </a:lvl7pPr>
            <a:lvl8pPr algn="l">
              <a:defRPr sz="1875" b="0">
                <a:solidFill>
                  <a:srgbClr val="B5CBD9"/>
                </a:solidFill>
                <a:latin typeface="Arial"/>
                <a:ea typeface="Arial"/>
                <a:cs typeface="Arial"/>
              </a:defRPr>
            </a:lvl8pPr>
            <a:lvl9pPr algn="l">
              <a:defRPr sz="1875" b="0">
                <a:solidFill>
                  <a:srgbClr val="B5CBD9"/>
                </a:solidFill>
                <a:latin typeface="Arial"/>
                <a:ea typeface="Arial"/>
                <a:cs typeface="Arial"/>
              </a:defRPr>
            </a:lvl9pPr>
          </a:lstStyle>
          <a:p xmlns:a="http://schemas.openxmlformats.org/drawingml/2006/main">
            <a:pPr algn="l">
              <a:defRPr sz="1875" b="0">
                <a:solidFill>
                  <a:srgbClr val="B5CBD9"/>
                </a:solidFill>
                <a:latin typeface="Arial"/>
                <a:ea typeface="Arial"/>
                <a:cs typeface="Arial"/>
              </a:defRPr>
            </a:pPr>
            <a:r>
              <a:rPr sz="1875" b="0">
                <a:solidFill>
                  <a:srgbClr val="B5CBD9"/>
                </a:solidFill>
                <a:latin typeface="Arial"/>
                <a:ea typeface="Arial"/>
                <a:cs typeface="Arial"/>
              </a:rPr>
              <a:t>Define intended use, agree acceptance criteria and approve the evidence before routine use.</a:t>
            </a:r>
          </a:p>
        </p:txBody>
      </p:sp>
    </p:spTree>
    <p:extLst>
      <p:ext uri="{BB962C8B-B14F-4D97-AF65-F5344CB8AC3E}">
        <p14:creationId xmlns:p14="http://schemas.microsoft.com/office/powerpoint/2010/main" val="8841963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CFD57A6A-AFF8-484C-A7CA-E6288E25B26F}"/>
              </a:ext>
            </a:extLst>
          </p:cNvPr>
          <p:cNvCxnSpPr>
            <a:stCxn xmlns:a="http://schemas.openxmlformats.org/drawingml/2006/main" id="14" idx="3"/>
            <a:endCxn xmlns:a="http://schemas.openxmlformats.org/drawingml/2006/main" id="17" idx="1"/>
          </p:cNvCxnSpPr>
          <p:nvPr/>
        </p:nvCxnSpPr>
        <p:spPr>
          <a:xfrm xmlns:a="http://schemas.openxmlformats.org/drawingml/2006/main" flipV="1">
            <a:off x="8743950" y="3571875"/>
            <a:ext cx="266700" cy="5238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4BF16185-D8F0-4C55-B83A-E0C00DA5ACF3}"/>
              </a:ext>
            </a:extLst>
          </p:cNvPr>
          <p:cNvCxnSpPr>
            <a:stCxn xmlns:a="http://schemas.openxmlformats.org/drawingml/2006/main" id="11" idx="3"/>
            <a:endCxn xmlns:a="http://schemas.openxmlformats.org/drawingml/2006/main" id="14" idx="1"/>
          </p:cNvCxnSpPr>
          <p:nvPr/>
        </p:nvCxnSpPr>
        <p:spPr>
          <a:xfrm xmlns:a="http://schemas.openxmlformats.org/drawingml/2006/main" flipV="1">
            <a:off x="5943600" y="4095750"/>
            <a:ext cx="266700" cy="5238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D4FB6FF-CCAC-4AE9-88FC-76D9885F60A9}"/>
              </a:ext>
            </a:extLst>
          </p:cNvPr>
          <p:cNvCxnSpPr>
            <a:stCxn xmlns:a="http://schemas.openxmlformats.org/drawingml/2006/main" id="8" idx="3"/>
            <a:endCxn xmlns:a="http://schemas.openxmlformats.org/drawingml/2006/main" id="11" idx="1"/>
          </p:cNvCxnSpPr>
          <p:nvPr/>
        </p:nvCxnSpPr>
        <p:spPr>
          <a:xfrm xmlns:a="http://schemas.openxmlformats.org/drawingml/2006/main" flipV="1">
            <a:off x="3143250" y="4619625"/>
            <a:ext cx="266700" cy="52387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3" name="">
            <a:extLst xmlns:a="http://schemas.openxmlformats.org/drawingml/2006/main">
              <a:ext uri="{FF2B5EF4-FFF2-40B4-BE49-F238E27FC236}">
                <a16:creationId xmlns:a16="http://schemas.microsoft.com/office/drawing/2014/main" id="{CEDCFC6B-4044-4C81-9AF1-0CD55A7BC2BC}"/>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A13CE17C-A4EB-4A62-85D6-7C8FD849A414}"/>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0043C5C2-2B54-453D-A9FB-0A62A00C1528}"/>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F9335777-0DE6-42FD-A94D-5BD437A44D0F}"/>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Qualification lifecycle</a:t>
            </a:r>
          </a:p>
        </p:txBody>
      </p:sp>
      <p:sp>
        <p:nvSpPr>
          <p:cNvPr id="5" name="">
            <a:extLst xmlns:a="http://schemas.openxmlformats.org/drawingml/2006/main">
              <a:ext uri="{FF2B5EF4-FFF2-40B4-BE49-F238E27FC236}">
                <a16:creationId xmlns:a16="http://schemas.microsoft.com/office/drawing/2014/main" id="{323025E9-E2EB-4B88-9400-3DDDBE7E743D}"/>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16 / 26</a:t>
            </a:r>
          </a:p>
        </p:txBody>
      </p:sp>
      <p:sp>
        <p:nvSpPr>
          <p:cNvPr id="6" name="">
            <a:extLst xmlns:a="http://schemas.openxmlformats.org/drawingml/2006/main">
              <a:ext uri="{FF2B5EF4-FFF2-40B4-BE49-F238E27FC236}">
                <a16:creationId xmlns:a16="http://schemas.microsoft.com/office/drawing/2014/main" id="{CB36E4DB-071D-4CAB-B882-790C50B5B089}"/>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8BBC7447-8E86-4D7D-9029-E26CA51AC88A}"/>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A refrigerator provides a simple analogy for the four stages.</a:t>
            </a:r>
          </a:p>
        </p:txBody>
      </p:sp>
      <p:sp>
        <p:nvSpPr>
          <p:cNvPr id="8" name="">
            <a:extLst xmlns:a="http://schemas.openxmlformats.org/drawingml/2006/main">
              <a:ext uri="{FF2B5EF4-FFF2-40B4-BE49-F238E27FC236}">
                <a16:creationId xmlns:a16="http://schemas.microsoft.com/office/drawing/2014/main" id="{B5AB4788-9B34-4991-8BA1-DF31B62FA535}"/>
              </a:ext>
            </a:extLst>
          </p:cNvPr>
          <p:cNvSpPr>
            <a:spLocks xmlns:a="http://schemas.openxmlformats.org/drawingml/2006/main" noGrp="1"/>
          </p:cNvSpPr>
          <p:nvPr/>
        </p:nvSpPr>
        <p:spPr>
          <a:xfrm xmlns:a="http://schemas.openxmlformats.org/drawingml/2006/main">
            <a:off x="609600" y="4572000"/>
            <a:ext cx="2533650"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9AE438-EEA2-4AED-853F-2FA36E8255FF}"/>
              </a:ext>
            </a:extLst>
          </p:cNvPr>
          <p:cNvSpPr>
            <a:spLocks xmlns:a="http://schemas.openxmlformats.org/drawingml/2006/main" noGrp="1"/>
          </p:cNvSpPr>
          <p:nvPr/>
        </p:nvSpPr>
        <p:spPr>
          <a:xfrm xmlns:a="http://schemas.openxmlformats.org/drawingml/2006/main">
            <a:off x="781050" y="471487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778B7"/>
                </a:solidFill>
                <a:latin typeface="Arial"/>
                <a:ea typeface="Arial"/>
                <a:cs typeface="Arial"/>
              </a:defRPr>
            </a:defPPr>
            <a:lvl1pPr algn="l">
              <a:defRPr sz="2475" b="1">
                <a:solidFill>
                  <a:srgbClr val="1778B7"/>
                </a:solidFill>
                <a:latin typeface="Arial"/>
                <a:ea typeface="Arial"/>
                <a:cs typeface="Arial"/>
              </a:defRPr>
            </a:lvl1pPr>
            <a:lvl2pPr algn="l">
              <a:defRPr sz="2475" b="1">
                <a:solidFill>
                  <a:srgbClr val="1778B7"/>
                </a:solidFill>
                <a:latin typeface="Arial"/>
                <a:ea typeface="Arial"/>
                <a:cs typeface="Arial"/>
              </a:defRPr>
            </a:lvl2pPr>
            <a:lvl3pPr algn="l">
              <a:defRPr sz="2475" b="1">
                <a:solidFill>
                  <a:srgbClr val="1778B7"/>
                </a:solidFill>
                <a:latin typeface="Arial"/>
                <a:ea typeface="Arial"/>
                <a:cs typeface="Arial"/>
              </a:defRPr>
            </a:lvl3pPr>
            <a:lvl4pPr algn="l">
              <a:defRPr sz="2475" b="1">
                <a:solidFill>
                  <a:srgbClr val="1778B7"/>
                </a:solidFill>
                <a:latin typeface="Arial"/>
                <a:ea typeface="Arial"/>
                <a:cs typeface="Arial"/>
              </a:defRPr>
            </a:lvl4pPr>
            <a:lvl5pPr algn="l">
              <a:defRPr sz="2475" b="1">
                <a:solidFill>
                  <a:srgbClr val="1778B7"/>
                </a:solidFill>
                <a:latin typeface="Arial"/>
                <a:ea typeface="Arial"/>
                <a:cs typeface="Arial"/>
              </a:defRPr>
            </a:lvl5pPr>
            <a:lvl6pPr algn="l">
              <a:defRPr sz="2475" b="1">
                <a:solidFill>
                  <a:srgbClr val="1778B7"/>
                </a:solidFill>
                <a:latin typeface="Arial"/>
                <a:ea typeface="Arial"/>
                <a:cs typeface="Arial"/>
              </a:defRPr>
            </a:lvl6pPr>
            <a:lvl7pPr algn="l">
              <a:defRPr sz="2475" b="1">
                <a:solidFill>
                  <a:srgbClr val="1778B7"/>
                </a:solidFill>
                <a:latin typeface="Arial"/>
                <a:ea typeface="Arial"/>
                <a:cs typeface="Arial"/>
              </a:defRPr>
            </a:lvl7pPr>
            <a:lvl8pPr algn="l">
              <a:defRPr sz="2475" b="1">
                <a:solidFill>
                  <a:srgbClr val="1778B7"/>
                </a:solidFill>
                <a:latin typeface="Arial"/>
                <a:ea typeface="Arial"/>
                <a:cs typeface="Arial"/>
              </a:defRPr>
            </a:lvl8pPr>
            <a:lvl9pPr algn="l">
              <a:defRPr sz="2475" b="1">
                <a:solidFill>
                  <a:srgbClr val="1778B7"/>
                </a:solidFill>
                <a:latin typeface="Arial"/>
                <a:ea typeface="Arial"/>
                <a:cs typeface="Arial"/>
              </a:defRPr>
            </a:lvl9pPr>
          </a:lstStyle>
          <a:p xmlns:a="http://schemas.openxmlformats.org/drawingml/2006/main">
            <a:pPr algn="l">
              <a:defRPr sz="2475" b="1">
                <a:solidFill>
                  <a:srgbClr val="1778B7"/>
                </a:solidFill>
                <a:latin typeface="Arial"/>
                <a:ea typeface="Arial"/>
                <a:cs typeface="Arial"/>
              </a:defRPr>
            </a:pPr>
            <a:r>
              <a:rPr sz="2475" b="1">
                <a:solidFill>
                  <a:srgbClr val="1778B7"/>
                </a:solidFill>
                <a:latin typeface="Arial"/>
                <a:ea typeface="Arial"/>
                <a:cs typeface="Arial"/>
              </a:rPr>
              <a:t>DQ</a:t>
            </a:r>
          </a:p>
        </p:txBody>
      </p:sp>
      <p:sp>
        <p:nvSpPr>
          <p:cNvPr id="10" name="">
            <a:extLst xmlns:a="http://schemas.openxmlformats.org/drawingml/2006/main">
              <a:ext uri="{FF2B5EF4-FFF2-40B4-BE49-F238E27FC236}">
                <a16:creationId xmlns:a16="http://schemas.microsoft.com/office/drawing/2014/main" id="{0FE948E8-AC1A-4980-8410-F14733D5AC0D}"/>
              </a:ext>
            </a:extLst>
          </p:cNvPr>
          <p:cNvSpPr>
            <a:spLocks xmlns:a="http://schemas.openxmlformats.org/drawingml/2006/main" noGrp="1"/>
          </p:cNvSpPr>
          <p:nvPr/>
        </p:nvSpPr>
        <p:spPr>
          <a:xfrm xmlns:a="http://schemas.openxmlformats.org/drawingml/2006/main">
            <a:off x="781050" y="5200650"/>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102E4C"/>
                </a:solidFill>
                <a:latin typeface="Arial"/>
                <a:ea typeface="Arial"/>
                <a:cs typeface="Arial"/>
              </a:defRPr>
            </a:defPPr>
            <a:lvl1pPr algn="l">
              <a:defRPr sz="1650" b="0">
                <a:solidFill>
                  <a:srgbClr val="102E4C"/>
                </a:solidFill>
                <a:latin typeface="Arial"/>
                <a:ea typeface="Arial"/>
                <a:cs typeface="Arial"/>
              </a:defRPr>
            </a:lvl1pPr>
            <a:lvl2pPr algn="l">
              <a:defRPr sz="1650" b="0">
                <a:solidFill>
                  <a:srgbClr val="102E4C"/>
                </a:solidFill>
                <a:latin typeface="Arial"/>
                <a:ea typeface="Arial"/>
                <a:cs typeface="Arial"/>
              </a:defRPr>
            </a:lvl2pPr>
            <a:lvl3pPr algn="l">
              <a:defRPr sz="1650" b="0">
                <a:solidFill>
                  <a:srgbClr val="102E4C"/>
                </a:solidFill>
                <a:latin typeface="Arial"/>
                <a:ea typeface="Arial"/>
                <a:cs typeface="Arial"/>
              </a:defRPr>
            </a:lvl3pPr>
            <a:lvl4pPr algn="l">
              <a:defRPr sz="1650" b="0">
                <a:solidFill>
                  <a:srgbClr val="102E4C"/>
                </a:solidFill>
                <a:latin typeface="Arial"/>
                <a:ea typeface="Arial"/>
                <a:cs typeface="Arial"/>
              </a:defRPr>
            </a:lvl4pPr>
            <a:lvl5pPr algn="l">
              <a:defRPr sz="1650" b="0">
                <a:solidFill>
                  <a:srgbClr val="102E4C"/>
                </a:solidFill>
                <a:latin typeface="Arial"/>
                <a:ea typeface="Arial"/>
                <a:cs typeface="Arial"/>
              </a:defRPr>
            </a:lvl5pPr>
            <a:lvl6pPr algn="l">
              <a:defRPr sz="1650" b="0">
                <a:solidFill>
                  <a:srgbClr val="102E4C"/>
                </a:solidFill>
                <a:latin typeface="Arial"/>
                <a:ea typeface="Arial"/>
                <a:cs typeface="Arial"/>
              </a:defRPr>
            </a:lvl6pPr>
            <a:lvl7pPr algn="l">
              <a:defRPr sz="1650" b="0">
                <a:solidFill>
                  <a:srgbClr val="102E4C"/>
                </a:solidFill>
                <a:latin typeface="Arial"/>
                <a:ea typeface="Arial"/>
                <a:cs typeface="Arial"/>
              </a:defRPr>
            </a:lvl7pPr>
            <a:lvl8pPr algn="l">
              <a:defRPr sz="1650" b="0">
                <a:solidFill>
                  <a:srgbClr val="102E4C"/>
                </a:solidFill>
                <a:latin typeface="Arial"/>
                <a:ea typeface="Arial"/>
                <a:cs typeface="Arial"/>
              </a:defRPr>
            </a:lvl8pPr>
            <a:lvl9pPr algn="l">
              <a:defRPr sz="1650" b="0">
                <a:solidFill>
                  <a:srgbClr val="102E4C"/>
                </a:solidFill>
                <a:latin typeface="Arial"/>
                <a:ea typeface="Arial"/>
                <a:cs typeface="Arial"/>
              </a:defRPr>
            </a:lvl9pPr>
          </a:lstStyle>
          <a:p xmlns:a="http://schemas.openxmlformats.org/drawingml/2006/main">
            <a:pPr algn="l">
              <a:defRPr sz="1650" b="0">
                <a:solidFill>
                  <a:srgbClr val="102E4C"/>
                </a:solidFill>
                <a:latin typeface="Arial"/>
                <a:ea typeface="Arial"/>
                <a:cs typeface="Arial"/>
              </a:defRPr>
            </a:pPr>
            <a:r>
              <a:rPr sz="1650" b="0">
                <a:solidFill>
                  <a:srgbClr val="102E4C"/>
                </a:solidFill>
                <a:latin typeface="Arial"/>
                <a:ea typeface="Arial"/>
                <a:cs typeface="Arial"/>
              </a:rPr>
              <a:t>Suitable design?</a:t>
            </a:r>
          </a:p>
        </p:txBody>
      </p:sp>
      <p:sp>
        <p:nvSpPr>
          <p:cNvPr id="11" name="">
            <a:extLst xmlns:a="http://schemas.openxmlformats.org/drawingml/2006/main">
              <a:ext uri="{FF2B5EF4-FFF2-40B4-BE49-F238E27FC236}">
                <a16:creationId xmlns:a16="http://schemas.microsoft.com/office/drawing/2014/main" id="{42B280DB-811F-4474-9EDC-ADF978B96C29}"/>
              </a:ext>
            </a:extLst>
          </p:cNvPr>
          <p:cNvSpPr>
            <a:spLocks xmlns:a="http://schemas.openxmlformats.org/drawingml/2006/main" noGrp="1"/>
          </p:cNvSpPr>
          <p:nvPr/>
        </p:nvSpPr>
        <p:spPr>
          <a:xfrm xmlns:a="http://schemas.openxmlformats.org/drawingml/2006/main">
            <a:off x="3409950" y="4048125"/>
            <a:ext cx="2533650"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682F073-E2F1-46EE-BD6B-A85BA4656C6F}"/>
              </a:ext>
            </a:extLst>
          </p:cNvPr>
          <p:cNvSpPr>
            <a:spLocks xmlns:a="http://schemas.openxmlformats.org/drawingml/2006/main" noGrp="1"/>
          </p:cNvSpPr>
          <p:nvPr/>
        </p:nvSpPr>
        <p:spPr>
          <a:xfrm xmlns:a="http://schemas.openxmlformats.org/drawingml/2006/main">
            <a:off x="3581400" y="41910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778B7"/>
                </a:solidFill>
                <a:latin typeface="Arial"/>
                <a:ea typeface="Arial"/>
                <a:cs typeface="Arial"/>
              </a:defRPr>
            </a:defPPr>
            <a:lvl1pPr algn="l">
              <a:defRPr sz="2475" b="1">
                <a:solidFill>
                  <a:srgbClr val="1778B7"/>
                </a:solidFill>
                <a:latin typeface="Arial"/>
                <a:ea typeface="Arial"/>
                <a:cs typeface="Arial"/>
              </a:defRPr>
            </a:lvl1pPr>
            <a:lvl2pPr algn="l">
              <a:defRPr sz="2475" b="1">
                <a:solidFill>
                  <a:srgbClr val="1778B7"/>
                </a:solidFill>
                <a:latin typeface="Arial"/>
                <a:ea typeface="Arial"/>
                <a:cs typeface="Arial"/>
              </a:defRPr>
            </a:lvl2pPr>
            <a:lvl3pPr algn="l">
              <a:defRPr sz="2475" b="1">
                <a:solidFill>
                  <a:srgbClr val="1778B7"/>
                </a:solidFill>
                <a:latin typeface="Arial"/>
                <a:ea typeface="Arial"/>
                <a:cs typeface="Arial"/>
              </a:defRPr>
            </a:lvl3pPr>
            <a:lvl4pPr algn="l">
              <a:defRPr sz="2475" b="1">
                <a:solidFill>
                  <a:srgbClr val="1778B7"/>
                </a:solidFill>
                <a:latin typeface="Arial"/>
                <a:ea typeface="Arial"/>
                <a:cs typeface="Arial"/>
              </a:defRPr>
            </a:lvl4pPr>
            <a:lvl5pPr algn="l">
              <a:defRPr sz="2475" b="1">
                <a:solidFill>
                  <a:srgbClr val="1778B7"/>
                </a:solidFill>
                <a:latin typeface="Arial"/>
                <a:ea typeface="Arial"/>
                <a:cs typeface="Arial"/>
              </a:defRPr>
            </a:lvl5pPr>
            <a:lvl6pPr algn="l">
              <a:defRPr sz="2475" b="1">
                <a:solidFill>
                  <a:srgbClr val="1778B7"/>
                </a:solidFill>
                <a:latin typeface="Arial"/>
                <a:ea typeface="Arial"/>
                <a:cs typeface="Arial"/>
              </a:defRPr>
            </a:lvl6pPr>
            <a:lvl7pPr algn="l">
              <a:defRPr sz="2475" b="1">
                <a:solidFill>
                  <a:srgbClr val="1778B7"/>
                </a:solidFill>
                <a:latin typeface="Arial"/>
                <a:ea typeface="Arial"/>
                <a:cs typeface="Arial"/>
              </a:defRPr>
            </a:lvl7pPr>
            <a:lvl8pPr algn="l">
              <a:defRPr sz="2475" b="1">
                <a:solidFill>
                  <a:srgbClr val="1778B7"/>
                </a:solidFill>
                <a:latin typeface="Arial"/>
                <a:ea typeface="Arial"/>
                <a:cs typeface="Arial"/>
              </a:defRPr>
            </a:lvl8pPr>
            <a:lvl9pPr algn="l">
              <a:defRPr sz="2475" b="1">
                <a:solidFill>
                  <a:srgbClr val="1778B7"/>
                </a:solidFill>
                <a:latin typeface="Arial"/>
                <a:ea typeface="Arial"/>
                <a:cs typeface="Arial"/>
              </a:defRPr>
            </a:lvl9pPr>
          </a:lstStyle>
          <a:p xmlns:a="http://schemas.openxmlformats.org/drawingml/2006/main">
            <a:pPr algn="l">
              <a:defRPr sz="2475" b="1">
                <a:solidFill>
                  <a:srgbClr val="1778B7"/>
                </a:solidFill>
                <a:latin typeface="Arial"/>
                <a:ea typeface="Arial"/>
                <a:cs typeface="Arial"/>
              </a:defRPr>
            </a:pPr>
            <a:r>
              <a:rPr sz="2475" b="1">
                <a:solidFill>
                  <a:srgbClr val="1778B7"/>
                </a:solidFill>
                <a:latin typeface="Arial"/>
                <a:ea typeface="Arial"/>
                <a:cs typeface="Arial"/>
              </a:rPr>
              <a:t>IQ</a:t>
            </a:r>
          </a:p>
        </p:txBody>
      </p:sp>
      <p:sp>
        <p:nvSpPr>
          <p:cNvPr id="13" name="">
            <a:extLst xmlns:a="http://schemas.openxmlformats.org/drawingml/2006/main">
              <a:ext uri="{FF2B5EF4-FFF2-40B4-BE49-F238E27FC236}">
                <a16:creationId xmlns:a16="http://schemas.microsoft.com/office/drawing/2014/main" id="{E4BA0D9F-02A6-441C-9556-CCB80C05A235}"/>
              </a:ext>
            </a:extLst>
          </p:cNvPr>
          <p:cNvSpPr>
            <a:spLocks xmlns:a="http://schemas.openxmlformats.org/drawingml/2006/main" noGrp="1"/>
          </p:cNvSpPr>
          <p:nvPr/>
        </p:nvSpPr>
        <p:spPr>
          <a:xfrm xmlns:a="http://schemas.openxmlformats.org/drawingml/2006/main">
            <a:off x="3581400" y="467677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102E4C"/>
                </a:solidFill>
                <a:latin typeface="Arial"/>
                <a:ea typeface="Arial"/>
                <a:cs typeface="Arial"/>
              </a:defRPr>
            </a:defPPr>
            <a:lvl1pPr algn="l">
              <a:defRPr sz="1650" b="0">
                <a:solidFill>
                  <a:srgbClr val="102E4C"/>
                </a:solidFill>
                <a:latin typeface="Arial"/>
                <a:ea typeface="Arial"/>
                <a:cs typeface="Arial"/>
              </a:defRPr>
            </a:lvl1pPr>
            <a:lvl2pPr algn="l">
              <a:defRPr sz="1650" b="0">
                <a:solidFill>
                  <a:srgbClr val="102E4C"/>
                </a:solidFill>
                <a:latin typeface="Arial"/>
                <a:ea typeface="Arial"/>
                <a:cs typeface="Arial"/>
              </a:defRPr>
            </a:lvl2pPr>
            <a:lvl3pPr algn="l">
              <a:defRPr sz="1650" b="0">
                <a:solidFill>
                  <a:srgbClr val="102E4C"/>
                </a:solidFill>
                <a:latin typeface="Arial"/>
                <a:ea typeface="Arial"/>
                <a:cs typeface="Arial"/>
              </a:defRPr>
            </a:lvl3pPr>
            <a:lvl4pPr algn="l">
              <a:defRPr sz="1650" b="0">
                <a:solidFill>
                  <a:srgbClr val="102E4C"/>
                </a:solidFill>
                <a:latin typeface="Arial"/>
                <a:ea typeface="Arial"/>
                <a:cs typeface="Arial"/>
              </a:defRPr>
            </a:lvl4pPr>
            <a:lvl5pPr algn="l">
              <a:defRPr sz="1650" b="0">
                <a:solidFill>
                  <a:srgbClr val="102E4C"/>
                </a:solidFill>
                <a:latin typeface="Arial"/>
                <a:ea typeface="Arial"/>
                <a:cs typeface="Arial"/>
              </a:defRPr>
            </a:lvl5pPr>
            <a:lvl6pPr algn="l">
              <a:defRPr sz="1650" b="0">
                <a:solidFill>
                  <a:srgbClr val="102E4C"/>
                </a:solidFill>
                <a:latin typeface="Arial"/>
                <a:ea typeface="Arial"/>
                <a:cs typeface="Arial"/>
              </a:defRPr>
            </a:lvl6pPr>
            <a:lvl7pPr algn="l">
              <a:defRPr sz="1650" b="0">
                <a:solidFill>
                  <a:srgbClr val="102E4C"/>
                </a:solidFill>
                <a:latin typeface="Arial"/>
                <a:ea typeface="Arial"/>
                <a:cs typeface="Arial"/>
              </a:defRPr>
            </a:lvl7pPr>
            <a:lvl8pPr algn="l">
              <a:defRPr sz="1650" b="0">
                <a:solidFill>
                  <a:srgbClr val="102E4C"/>
                </a:solidFill>
                <a:latin typeface="Arial"/>
                <a:ea typeface="Arial"/>
                <a:cs typeface="Arial"/>
              </a:defRPr>
            </a:lvl8pPr>
            <a:lvl9pPr algn="l">
              <a:defRPr sz="1650" b="0">
                <a:solidFill>
                  <a:srgbClr val="102E4C"/>
                </a:solidFill>
                <a:latin typeface="Arial"/>
                <a:ea typeface="Arial"/>
                <a:cs typeface="Arial"/>
              </a:defRPr>
            </a:lvl9pPr>
          </a:lstStyle>
          <a:p xmlns:a="http://schemas.openxmlformats.org/drawingml/2006/main">
            <a:pPr algn="l">
              <a:defRPr sz="1650" b="0">
                <a:solidFill>
                  <a:srgbClr val="102E4C"/>
                </a:solidFill>
                <a:latin typeface="Arial"/>
                <a:ea typeface="Arial"/>
                <a:cs typeface="Arial"/>
              </a:defRPr>
            </a:pPr>
            <a:r>
              <a:rPr sz="1650" b="0">
                <a:solidFill>
                  <a:srgbClr val="102E4C"/>
                </a:solidFill>
                <a:latin typeface="Arial"/>
                <a:ea typeface="Arial"/>
                <a:cs typeface="Arial"/>
              </a:rPr>
              <a:t>Correct installation?</a:t>
            </a:r>
          </a:p>
        </p:txBody>
      </p:sp>
      <p:sp>
        <p:nvSpPr>
          <p:cNvPr id="14" name="">
            <a:extLst xmlns:a="http://schemas.openxmlformats.org/drawingml/2006/main">
              <a:ext uri="{FF2B5EF4-FFF2-40B4-BE49-F238E27FC236}">
                <a16:creationId xmlns:a16="http://schemas.microsoft.com/office/drawing/2014/main" id="{10746393-50B5-4469-893D-5FCDBEE80F2A}"/>
              </a:ext>
            </a:extLst>
          </p:cNvPr>
          <p:cNvSpPr>
            <a:spLocks xmlns:a="http://schemas.openxmlformats.org/drawingml/2006/main" noGrp="1"/>
          </p:cNvSpPr>
          <p:nvPr/>
        </p:nvSpPr>
        <p:spPr>
          <a:xfrm xmlns:a="http://schemas.openxmlformats.org/drawingml/2006/main">
            <a:off x="6210300" y="3524250"/>
            <a:ext cx="2533650"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1079918-E0F3-442B-A5B8-D73EEBA8D001}"/>
              </a:ext>
            </a:extLst>
          </p:cNvPr>
          <p:cNvSpPr>
            <a:spLocks xmlns:a="http://schemas.openxmlformats.org/drawingml/2006/main" noGrp="1"/>
          </p:cNvSpPr>
          <p:nvPr/>
        </p:nvSpPr>
        <p:spPr>
          <a:xfrm xmlns:a="http://schemas.openxmlformats.org/drawingml/2006/main">
            <a:off x="6381750" y="36671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1778B7"/>
                </a:solidFill>
                <a:latin typeface="Arial"/>
                <a:ea typeface="Arial"/>
                <a:cs typeface="Arial"/>
              </a:defRPr>
            </a:defPPr>
            <a:lvl1pPr algn="l">
              <a:defRPr sz="2475" b="1">
                <a:solidFill>
                  <a:srgbClr val="1778B7"/>
                </a:solidFill>
                <a:latin typeface="Arial"/>
                <a:ea typeface="Arial"/>
                <a:cs typeface="Arial"/>
              </a:defRPr>
            </a:lvl1pPr>
            <a:lvl2pPr algn="l">
              <a:defRPr sz="2475" b="1">
                <a:solidFill>
                  <a:srgbClr val="1778B7"/>
                </a:solidFill>
                <a:latin typeface="Arial"/>
                <a:ea typeface="Arial"/>
                <a:cs typeface="Arial"/>
              </a:defRPr>
            </a:lvl2pPr>
            <a:lvl3pPr algn="l">
              <a:defRPr sz="2475" b="1">
                <a:solidFill>
                  <a:srgbClr val="1778B7"/>
                </a:solidFill>
                <a:latin typeface="Arial"/>
                <a:ea typeface="Arial"/>
                <a:cs typeface="Arial"/>
              </a:defRPr>
            </a:lvl3pPr>
            <a:lvl4pPr algn="l">
              <a:defRPr sz="2475" b="1">
                <a:solidFill>
                  <a:srgbClr val="1778B7"/>
                </a:solidFill>
                <a:latin typeface="Arial"/>
                <a:ea typeface="Arial"/>
                <a:cs typeface="Arial"/>
              </a:defRPr>
            </a:lvl4pPr>
            <a:lvl5pPr algn="l">
              <a:defRPr sz="2475" b="1">
                <a:solidFill>
                  <a:srgbClr val="1778B7"/>
                </a:solidFill>
                <a:latin typeface="Arial"/>
                <a:ea typeface="Arial"/>
                <a:cs typeface="Arial"/>
              </a:defRPr>
            </a:lvl5pPr>
            <a:lvl6pPr algn="l">
              <a:defRPr sz="2475" b="1">
                <a:solidFill>
                  <a:srgbClr val="1778B7"/>
                </a:solidFill>
                <a:latin typeface="Arial"/>
                <a:ea typeface="Arial"/>
                <a:cs typeface="Arial"/>
              </a:defRPr>
            </a:lvl6pPr>
            <a:lvl7pPr algn="l">
              <a:defRPr sz="2475" b="1">
                <a:solidFill>
                  <a:srgbClr val="1778B7"/>
                </a:solidFill>
                <a:latin typeface="Arial"/>
                <a:ea typeface="Arial"/>
                <a:cs typeface="Arial"/>
              </a:defRPr>
            </a:lvl7pPr>
            <a:lvl8pPr algn="l">
              <a:defRPr sz="2475" b="1">
                <a:solidFill>
                  <a:srgbClr val="1778B7"/>
                </a:solidFill>
                <a:latin typeface="Arial"/>
                <a:ea typeface="Arial"/>
                <a:cs typeface="Arial"/>
              </a:defRPr>
            </a:lvl8pPr>
            <a:lvl9pPr algn="l">
              <a:defRPr sz="2475" b="1">
                <a:solidFill>
                  <a:srgbClr val="1778B7"/>
                </a:solidFill>
                <a:latin typeface="Arial"/>
                <a:ea typeface="Arial"/>
                <a:cs typeface="Arial"/>
              </a:defRPr>
            </a:lvl9pPr>
          </a:lstStyle>
          <a:p xmlns:a="http://schemas.openxmlformats.org/drawingml/2006/main">
            <a:pPr algn="l">
              <a:defRPr sz="2475" b="1">
                <a:solidFill>
                  <a:srgbClr val="1778B7"/>
                </a:solidFill>
                <a:latin typeface="Arial"/>
                <a:ea typeface="Arial"/>
                <a:cs typeface="Arial"/>
              </a:defRPr>
            </a:pPr>
            <a:r>
              <a:rPr sz="2475" b="1">
                <a:solidFill>
                  <a:srgbClr val="1778B7"/>
                </a:solidFill>
                <a:latin typeface="Arial"/>
                <a:ea typeface="Arial"/>
                <a:cs typeface="Arial"/>
              </a:rPr>
              <a:t>OQ</a:t>
            </a:r>
          </a:p>
        </p:txBody>
      </p:sp>
      <p:sp>
        <p:nvSpPr>
          <p:cNvPr id="16" name="">
            <a:extLst xmlns:a="http://schemas.openxmlformats.org/drawingml/2006/main">
              <a:ext uri="{FF2B5EF4-FFF2-40B4-BE49-F238E27FC236}">
                <a16:creationId xmlns:a16="http://schemas.microsoft.com/office/drawing/2014/main" id="{B7E6171B-FAC1-4F83-8323-866BD6904D4D}"/>
              </a:ext>
            </a:extLst>
          </p:cNvPr>
          <p:cNvSpPr>
            <a:spLocks xmlns:a="http://schemas.openxmlformats.org/drawingml/2006/main" noGrp="1"/>
          </p:cNvSpPr>
          <p:nvPr/>
        </p:nvSpPr>
        <p:spPr>
          <a:xfrm xmlns:a="http://schemas.openxmlformats.org/drawingml/2006/main">
            <a:off x="6381750" y="4152900"/>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102E4C"/>
                </a:solidFill>
                <a:latin typeface="Arial"/>
                <a:ea typeface="Arial"/>
                <a:cs typeface="Arial"/>
              </a:defRPr>
            </a:defPPr>
            <a:lvl1pPr algn="l">
              <a:defRPr sz="1650" b="0">
                <a:solidFill>
                  <a:srgbClr val="102E4C"/>
                </a:solidFill>
                <a:latin typeface="Arial"/>
                <a:ea typeface="Arial"/>
                <a:cs typeface="Arial"/>
              </a:defRPr>
            </a:lvl1pPr>
            <a:lvl2pPr algn="l">
              <a:defRPr sz="1650" b="0">
                <a:solidFill>
                  <a:srgbClr val="102E4C"/>
                </a:solidFill>
                <a:latin typeface="Arial"/>
                <a:ea typeface="Arial"/>
                <a:cs typeface="Arial"/>
              </a:defRPr>
            </a:lvl2pPr>
            <a:lvl3pPr algn="l">
              <a:defRPr sz="1650" b="0">
                <a:solidFill>
                  <a:srgbClr val="102E4C"/>
                </a:solidFill>
                <a:latin typeface="Arial"/>
                <a:ea typeface="Arial"/>
                <a:cs typeface="Arial"/>
              </a:defRPr>
            </a:lvl3pPr>
            <a:lvl4pPr algn="l">
              <a:defRPr sz="1650" b="0">
                <a:solidFill>
                  <a:srgbClr val="102E4C"/>
                </a:solidFill>
                <a:latin typeface="Arial"/>
                <a:ea typeface="Arial"/>
                <a:cs typeface="Arial"/>
              </a:defRPr>
            </a:lvl4pPr>
            <a:lvl5pPr algn="l">
              <a:defRPr sz="1650" b="0">
                <a:solidFill>
                  <a:srgbClr val="102E4C"/>
                </a:solidFill>
                <a:latin typeface="Arial"/>
                <a:ea typeface="Arial"/>
                <a:cs typeface="Arial"/>
              </a:defRPr>
            </a:lvl5pPr>
            <a:lvl6pPr algn="l">
              <a:defRPr sz="1650" b="0">
                <a:solidFill>
                  <a:srgbClr val="102E4C"/>
                </a:solidFill>
                <a:latin typeface="Arial"/>
                <a:ea typeface="Arial"/>
                <a:cs typeface="Arial"/>
              </a:defRPr>
            </a:lvl6pPr>
            <a:lvl7pPr algn="l">
              <a:defRPr sz="1650" b="0">
                <a:solidFill>
                  <a:srgbClr val="102E4C"/>
                </a:solidFill>
                <a:latin typeface="Arial"/>
                <a:ea typeface="Arial"/>
                <a:cs typeface="Arial"/>
              </a:defRPr>
            </a:lvl7pPr>
            <a:lvl8pPr algn="l">
              <a:defRPr sz="1650" b="0">
                <a:solidFill>
                  <a:srgbClr val="102E4C"/>
                </a:solidFill>
                <a:latin typeface="Arial"/>
                <a:ea typeface="Arial"/>
                <a:cs typeface="Arial"/>
              </a:defRPr>
            </a:lvl8pPr>
            <a:lvl9pPr algn="l">
              <a:defRPr sz="1650" b="0">
                <a:solidFill>
                  <a:srgbClr val="102E4C"/>
                </a:solidFill>
                <a:latin typeface="Arial"/>
                <a:ea typeface="Arial"/>
                <a:cs typeface="Arial"/>
              </a:defRPr>
            </a:lvl9pPr>
          </a:lstStyle>
          <a:p xmlns:a="http://schemas.openxmlformats.org/drawingml/2006/main">
            <a:pPr algn="l">
              <a:defRPr sz="1650" b="0">
                <a:solidFill>
                  <a:srgbClr val="102E4C"/>
                </a:solidFill>
                <a:latin typeface="Arial"/>
                <a:ea typeface="Arial"/>
                <a:cs typeface="Arial"/>
              </a:defRPr>
            </a:pPr>
            <a:r>
              <a:rPr sz="1650" b="0">
                <a:solidFill>
                  <a:srgbClr val="102E4C"/>
                </a:solidFill>
                <a:latin typeface="Arial"/>
                <a:ea typeface="Arial"/>
                <a:cs typeface="Arial"/>
              </a:rPr>
              <a:t>Operates as intended?</a:t>
            </a:r>
          </a:p>
        </p:txBody>
      </p:sp>
      <p:sp>
        <p:nvSpPr>
          <p:cNvPr id="17" name="">
            <a:extLst xmlns:a="http://schemas.openxmlformats.org/drawingml/2006/main">
              <a:ext uri="{FF2B5EF4-FFF2-40B4-BE49-F238E27FC236}">
                <a16:creationId xmlns:a16="http://schemas.microsoft.com/office/drawing/2014/main" id="{52E7E5F2-9175-4CCC-811D-78AB8C7A4BE9}"/>
              </a:ext>
            </a:extLst>
          </p:cNvPr>
          <p:cNvSpPr>
            <a:spLocks xmlns:a="http://schemas.openxmlformats.org/drawingml/2006/main" noGrp="1"/>
          </p:cNvSpPr>
          <p:nvPr/>
        </p:nvSpPr>
        <p:spPr>
          <a:xfrm xmlns:a="http://schemas.openxmlformats.org/drawingml/2006/main">
            <a:off x="9010650" y="3000375"/>
            <a:ext cx="2533650" cy="114300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ACB6493-85B5-4A40-B162-7ACBACDB4953}"/>
              </a:ext>
            </a:extLst>
          </p:cNvPr>
          <p:cNvSpPr>
            <a:spLocks xmlns:a="http://schemas.openxmlformats.org/drawingml/2006/main" noGrp="1"/>
          </p:cNvSpPr>
          <p:nvPr/>
        </p:nvSpPr>
        <p:spPr>
          <a:xfrm xmlns:a="http://schemas.openxmlformats.org/drawingml/2006/main">
            <a:off x="9182100" y="3143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475" b="1">
                <a:solidFill>
                  <a:srgbClr val="FFFFFF"/>
                </a:solidFill>
                <a:latin typeface="Arial"/>
                <a:ea typeface="Arial"/>
                <a:cs typeface="Arial"/>
              </a:defRPr>
            </a:defPPr>
            <a:lvl1pPr algn="l">
              <a:defRPr sz="2475" b="1">
                <a:solidFill>
                  <a:srgbClr val="FFFFFF"/>
                </a:solidFill>
                <a:latin typeface="Arial"/>
                <a:ea typeface="Arial"/>
                <a:cs typeface="Arial"/>
              </a:defRPr>
            </a:lvl1pPr>
            <a:lvl2pPr algn="l">
              <a:defRPr sz="2475" b="1">
                <a:solidFill>
                  <a:srgbClr val="FFFFFF"/>
                </a:solidFill>
                <a:latin typeface="Arial"/>
                <a:ea typeface="Arial"/>
                <a:cs typeface="Arial"/>
              </a:defRPr>
            </a:lvl2pPr>
            <a:lvl3pPr algn="l">
              <a:defRPr sz="2475" b="1">
                <a:solidFill>
                  <a:srgbClr val="FFFFFF"/>
                </a:solidFill>
                <a:latin typeface="Arial"/>
                <a:ea typeface="Arial"/>
                <a:cs typeface="Arial"/>
              </a:defRPr>
            </a:lvl3pPr>
            <a:lvl4pPr algn="l">
              <a:defRPr sz="2475" b="1">
                <a:solidFill>
                  <a:srgbClr val="FFFFFF"/>
                </a:solidFill>
                <a:latin typeface="Arial"/>
                <a:ea typeface="Arial"/>
                <a:cs typeface="Arial"/>
              </a:defRPr>
            </a:lvl4pPr>
            <a:lvl5pPr algn="l">
              <a:defRPr sz="2475" b="1">
                <a:solidFill>
                  <a:srgbClr val="FFFFFF"/>
                </a:solidFill>
                <a:latin typeface="Arial"/>
                <a:ea typeface="Arial"/>
                <a:cs typeface="Arial"/>
              </a:defRPr>
            </a:lvl5pPr>
            <a:lvl6pPr algn="l">
              <a:defRPr sz="2475" b="1">
                <a:solidFill>
                  <a:srgbClr val="FFFFFF"/>
                </a:solidFill>
                <a:latin typeface="Arial"/>
                <a:ea typeface="Arial"/>
                <a:cs typeface="Arial"/>
              </a:defRPr>
            </a:lvl6pPr>
            <a:lvl7pPr algn="l">
              <a:defRPr sz="2475" b="1">
                <a:solidFill>
                  <a:srgbClr val="FFFFFF"/>
                </a:solidFill>
                <a:latin typeface="Arial"/>
                <a:ea typeface="Arial"/>
                <a:cs typeface="Arial"/>
              </a:defRPr>
            </a:lvl7pPr>
            <a:lvl8pPr algn="l">
              <a:defRPr sz="2475" b="1">
                <a:solidFill>
                  <a:srgbClr val="FFFFFF"/>
                </a:solidFill>
                <a:latin typeface="Arial"/>
                <a:ea typeface="Arial"/>
                <a:cs typeface="Arial"/>
              </a:defRPr>
            </a:lvl8pPr>
            <a:lvl9pPr algn="l">
              <a:defRPr sz="2475" b="1">
                <a:solidFill>
                  <a:srgbClr val="FFFFFF"/>
                </a:solidFill>
                <a:latin typeface="Arial"/>
                <a:ea typeface="Arial"/>
                <a:cs typeface="Arial"/>
              </a:defRPr>
            </a:lvl9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PQ</a:t>
            </a:r>
          </a:p>
        </p:txBody>
      </p:sp>
      <p:sp>
        <p:nvSpPr>
          <p:cNvPr id="19" name="">
            <a:extLst xmlns:a="http://schemas.openxmlformats.org/drawingml/2006/main">
              <a:ext uri="{FF2B5EF4-FFF2-40B4-BE49-F238E27FC236}">
                <a16:creationId xmlns:a16="http://schemas.microsoft.com/office/drawing/2014/main" id="{89724B8A-DC28-42FA-A998-DDA41AAE4A27}"/>
              </a:ext>
            </a:extLst>
          </p:cNvPr>
          <p:cNvSpPr>
            <a:spLocks xmlns:a="http://schemas.openxmlformats.org/drawingml/2006/main" noGrp="1"/>
          </p:cNvSpPr>
          <p:nvPr/>
        </p:nvSpPr>
        <p:spPr>
          <a:xfrm xmlns:a="http://schemas.openxmlformats.org/drawingml/2006/main">
            <a:off x="9182100" y="3629025"/>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Performs in real use?</a:t>
            </a:r>
          </a:p>
        </p:txBody>
      </p:sp>
    </p:spTree>
    <p:extLst>
      <p:ext uri="{BB962C8B-B14F-4D97-AF65-F5344CB8AC3E}">
        <p14:creationId xmlns:p14="http://schemas.microsoft.com/office/powerpoint/2010/main" val="10319219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0245AD1-B229-42FE-8269-C7ACAD9C2029}"/>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8C02339D-B8F7-43EF-A824-B681F6A49A40}"/>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1E45D69E-FE97-4E08-84CE-FDB67F385253}"/>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2A7057D6-E5BE-47FB-BE8E-68379F7E53B6}"/>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Storage area qualification</a:t>
            </a:r>
          </a:p>
        </p:txBody>
      </p:sp>
      <p:sp>
        <p:nvSpPr>
          <p:cNvPr id="5" name="">
            <a:extLst xmlns:a="http://schemas.openxmlformats.org/drawingml/2006/main">
              <a:ext uri="{FF2B5EF4-FFF2-40B4-BE49-F238E27FC236}">
                <a16:creationId xmlns:a16="http://schemas.microsoft.com/office/drawing/2014/main" id="{B577D105-468D-4C5F-8A14-240AE0E801AA}"/>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17 / 26</a:t>
            </a:r>
          </a:p>
        </p:txBody>
      </p:sp>
      <p:sp>
        <p:nvSpPr>
          <p:cNvPr id="6" name="">
            <a:extLst xmlns:a="http://schemas.openxmlformats.org/drawingml/2006/main">
              <a:ext uri="{FF2B5EF4-FFF2-40B4-BE49-F238E27FC236}">
                <a16:creationId xmlns:a16="http://schemas.microsoft.com/office/drawing/2014/main" id="{39A3F36F-5279-4917-BC4C-C8790D44DCE7}"/>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F124CF4F-772D-4C8E-8653-3BF3366586CA}"/>
              </a:ext>
            </a:extLst>
          </p:cNvPr>
          <p:cNvSpPr>
            <a:spLocks xmlns:a="http://schemas.openxmlformats.org/drawingml/2006/main" noGrp="1"/>
          </p:cNvSpPr>
          <p:nvPr/>
        </p:nvSpPr>
        <p:spPr>
          <a:xfrm xmlns:a="http://schemas.openxmlformats.org/drawingml/2006/main">
            <a:off x="609600" y="2638425"/>
            <a:ext cx="3048000" cy="5905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4B7002-504D-451E-8572-D5B297D456F0}"/>
              </a:ext>
            </a:extLst>
          </p:cNvPr>
          <p:cNvSpPr>
            <a:spLocks xmlns:a="http://schemas.openxmlformats.org/drawingml/2006/main" noGrp="1"/>
          </p:cNvSpPr>
          <p:nvPr/>
        </p:nvSpPr>
        <p:spPr>
          <a:xfrm xmlns:a="http://schemas.openxmlformats.org/drawingml/2006/main">
            <a:off x="800100" y="28098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DESIGN</a:t>
            </a:r>
          </a:p>
        </p:txBody>
      </p:sp>
      <p:sp>
        <p:nvSpPr>
          <p:cNvPr id="9" name="">
            <a:extLst xmlns:a="http://schemas.openxmlformats.org/drawingml/2006/main">
              <a:ext uri="{FF2B5EF4-FFF2-40B4-BE49-F238E27FC236}">
                <a16:creationId xmlns:a16="http://schemas.microsoft.com/office/drawing/2014/main" id="{8FB22E0E-9E83-4A0D-B083-F6CB3FF07127}"/>
              </a:ext>
            </a:extLst>
          </p:cNvPr>
          <p:cNvSpPr>
            <a:spLocks xmlns:a="http://schemas.openxmlformats.org/drawingml/2006/main" noGrp="1"/>
          </p:cNvSpPr>
          <p:nvPr/>
        </p:nvSpPr>
        <p:spPr>
          <a:xfrm xmlns:a="http://schemas.openxmlformats.org/drawingml/2006/main">
            <a:off x="4048125" y="2771775"/>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02E4C"/>
                </a:solidFill>
                <a:latin typeface="Arial"/>
                <a:ea typeface="Arial"/>
                <a:cs typeface="Arial"/>
              </a:defRPr>
            </a:defPPr>
            <a:lvl1pPr algn="l">
              <a:defRPr sz="2100" b="0">
                <a:solidFill>
                  <a:srgbClr val="102E4C"/>
                </a:solidFill>
                <a:latin typeface="Arial"/>
                <a:ea typeface="Arial"/>
                <a:cs typeface="Arial"/>
              </a:defRPr>
            </a:lvl1pPr>
            <a:lvl2pPr algn="l">
              <a:defRPr sz="2100" b="0">
                <a:solidFill>
                  <a:srgbClr val="102E4C"/>
                </a:solidFill>
                <a:latin typeface="Arial"/>
                <a:ea typeface="Arial"/>
                <a:cs typeface="Arial"/>
              </a:defRPr>
            </a:lvl2pPr>
            <a:lvl3pPr algn="l">
              <a:defRPr sz="2100" b="0">
                <a:solidFill>
                  <a:srgbClr val="102E4C"/>
                </a:solidFill>
                <a:latin typeface="Arial"/>
                <a:ea typeface="Arial"/>
                <a:cs typeface="Arial"/>
              </a:defRPr>
            </a:lvl3pPr>
            <a:lvl4pPr algn="l">
              <a:defRPr sz="2100" b="0">
                <a:solidFill>
                  <a:srgbClr val="102E4C"/>
                </a:solidFill>
                <a:latin typeface="Arial"/>
                <a:ea typeface="Arial"/>
                <a:cs typeface="Arial"/>
              </a:defRPr>
            </a:lvl4pPr>
            <a:lvl5pPr algn="l">
              <a:defRPr sz="2100" b="0">
                <a:solidFill>
                  <a:srgbClr val="102E4C"/>
                </a:solidFill>
                <a:latin typeface="Arial"/>
                <a:ea typeface="Arial"/>
                <a:cs typeface="Arial"/>
              </a:defRPr>
            </a:lvl5pPr>
            <a:lvl6pPr algn="l">
              <a:defRPr sz="2100" b="0">
                <a:solidFill>
                  <a:srgbClr val="102E4C"/>
                </a:solidFill>
                <a:latin typeface="Arial"/>
                <a:ea typeface="Arial"/>
                <a:cs typeface="Arial"/>
              </a:defRPr>
            </a:lvl6pPr>
            <a:lvl7pPr algn="l">
              <a:defRPr sz="2100" b="0">
                <a:solidFill>
                  <a:srgbClr val="102E4C"/>
                </a:solidFill>
                <a:latin typeface="Arial"/>
                <a:ea typeface="Arial"/>
                <a:cs typeface="Arial"/>
              </a:defRPr>
            </a:lvl7pPr>
            <a:lvl8pPr algn="l">
              <a:defRPr sz="2100" b="0">
                <a:solidFill>
                  <a:srgbClr val="102E4C"/>
                </a:solidFill>
                <a:latin typeface="Arial"/>
                <a:ea typeface="Arial"/>
                <a:cs typeface="Arial"/>
              </a:defRPr>
            </a:lvl8pPr>
            <a:lvl9pPr algn="l">
              <a:defRPr sz="2100" b="0">
                <a:solidFill>
                  <a:srgbClr val="102E4C"/>
                </a:solidFill>
                <a:latin typeface="Arial"/>
                <a:ea typeface="Arial"/>
                <a:cs typeface="Arial"/>
              </a:defRPr>
            </a:lvl9pPr>
          </a:lstStyle>
          <a:p xmlns:a="http://schemas.openxmlformats.org/drawingml/2006/main">
            <a:pPr algn="l">
              <a:defRPr sz="2100" b="0">
                <a:solidFill>
                  <a:srgbClr val="102E4C"/>
                </a:solidFill>
                <a:latin typeface="Arial"/>
                <a:ea typeface="Arial"/>
                <a:cs typeface="Arial"/>
              </a:defRPr>
            </a:pPr>
            <a:r>
              <a:rPr sz="2100" b="0">
                <a:solidFill>
                  <a:srgbClr val="102E4C"/>
                </a:solidFill>
                <a:latin typeface="Arial"/>
                <a:ea typeface="Arial"/>
                <a:cs typeface="Arial"/>
              </a:rPr>
              <a:t>Review intended storage use</a:t>
            </a:r>
          </a:p>
        </p:txBody>
      </p:sp>
      <p:sp>
        <p:nvSpPr>
          <p:cNvPr id="10" name="">
            <a:extLst xmlns:a="http://schemas.openxmlformats.org/drawingml/2006/main">
              <a:ext uri="{FF2B5EF4-FFF2-40B4-BE49-F238E27FC236}">
                <a16:creationId xmlns:a16="http://schemas.microsoft.com/office/drawing/2014/main" id="{D5451B43-9A02-4BDA-B6EF-71A6D630FDEB}"/>
              </a:ext>
            </a:extLst>
          </p:cNvPr>
          <p:cNvSpPr>
            <a:spLocks xmlns:a="http://schemas.openxmlformats.org/drawingml/2006/main" noGrp="1"/>
          </p:cNvSpPr>
          <p:nvPr/>
        </p:nvSpPr>
        <p:spPr>
          <a:xfrm xmlns:a="http://schemas.openxmlformats.org/drawingml/2006/main">
            <a:off x="609600" y="3381375"/>
            <a:ext cx="3048000" cy="5905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BC2E09-2B5B-41DD-91B4-C81420494359}"/>
              </a:ext>
            </a:extLst>
          </p:cNvPr>
          <p:cNvSpPr>
            <a:spLocks xmlns:a="http://schemas.openxmlformats.org/drawingml/2006/main" noGrp="1"/>
          </p:cNvSpPr>
          <p:nvPr/>
        </p:nvSpPr>
        <p:spPr>
          <a:xfrm xmlns:a="http://schemas.openxmlformats.org/drawingml/2006/main">
            <a:off x="800100" y="355282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INSTALLATION</a:t>
            </a:r>
          </a:p>
        </p:txBody>
      </p:sp>
      <p:sp>
        <p:nvSpPr>
          <p:cNvPr id="12" name="">
            <a:extLst xmlns:a="http://schemas.openxmlformats.org/drawingml/2006/main">
              <a:ext uri="{FF2B5EF4-FFF2-40B4-BE49-F238E27FC236}">
                <a16:creationId xmlns:a16="http://schemas.microsoft.com/office/drawing/2014/main" id="{35C51105-FEA5-4306-96A6-3F46BC7B03F4}"/>
              </a:ext>
            </a:extLst>
          </p:cNvPr>
          <p:cNvSpPr>
            <a:spLocks xmlns:a="http://schemas.openxmlformats.org/drawingml/2006/main" noGrp="1"/>
          </p:cNvSpPr>
          <p:nvPr/>
        </p:nvSpPr>
        <p:spPr>
          <a:xfrm xmlns:a="http://schemas.openxmlformats.org/drawingml/2006/main">
            <a:off x="4048125" y="3514725"/>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02E4C"/>
                </a:solidFill>
                <a:latin typeface="Arial"/>
                <a:ea typeface="Arial"/>
                <a:cs typeface="Arial"/>
              </a:defRPr>
            </a:defPPr>
            <a:lvl1pPr algn="l">
              <a:defRPr sz="2100" b="0">
                <a:solidFill>
                  <a:srgbClr val="102E4C"/>
                </a:solidFill>
                <a:latin typeface="Arial"/>
                <a:ea typeface="Arial"/>
                <a:cs typeface="Arial"/>
              </a:defRPr>
            </a:lvl1pPr>
            <a:lvl2pPr algn="l">
              <a:defRPr sz="2100" b="0">
                <a:solidFill>
                  <a:srgbClr val="102E4C"/>
                </a:solidFill>
                <a:latin typeface="Arial"/>
                <a:ea typeface="Arial"/>
                <a:cs typeface="Arial"/>
              </a:defRPr>
            </a:lvl2pPr>
            <a:lvl3pPr algn="l">
              <a:defRPr sz="2100" b="0">
                <a:solidFill>
                  <a:srgbClr val="102E4C"/>
                </a:solidFill>
                <a:latin typeface="Arial"/>
                <a:ea typeface="Arial"/>
                <a:cs typeface="Arial"/>
              </a:defRPr>
            </a:lvl3pPr>
            <a:lvl4pPr algn="l">
              <a:defRPr sz="2100" b="0">
                <a:solidFill>
                  <a:srgbClr val="102E4C"/>
                </a:solidFill>
                <a:latin typeface="Arial"/>
                <a:ea typeface="Arial"/>
                <a:cs typeface="Arial"/>
              </a:defRPr>
            </a:lvl4pPr>
            <a:lvl5pPr algn="l">
              <a:defRPr sz="2100" b="0">
                <a:solidFill>
                  <a:srgbClr val="102E4C"/>
                </a:solidFill>
                <a:latin typeface="Arial"/>
                <a:ea typeface="Arial"/>
                <a:cs typeface="Arial"/>
              </a:defRPr>
            </a:lvl5pPr>
            <a:lvl6pPr algn="l">
              <a:defRPr sz="2100" b="0">
                <a:solidFill>
                  <a:srgbClr val="102E4C"/>
                </a:solidFill>
                <a:latin typeface="Arial"/>
                <a:ea typeface="Arial"/>
                <a:cs typeface="Arial"/>
              </a:defRPr>
            </a:lvl6pPr>
            <a:lvl7pPr algn="l">
              <a:defRPr sz="2100" b="0">
                <a:solidFill>
                  <a:srgbClr val="102E4C"/>
                </a:solidFill>
                <a:latin typeface="Arial"/>
                <a:ea typeface="Arial"/>
                <a:cs typeface="Arial"/>
              </a:defRPr>
            </a:lvl7pPr>
            <a:lvl8pPr algn="l">
              <a:defRPr sz="2100" b="0">
                <a:solidFill>
                  <a:srgbClr val="102E4C"/>
                </a:solidFill>
                <a:latin typeface="Arial"/>
                <a:ea typeface="Arial"/>
                <a:cs typeface="Arial"/>
              </a:defRPr>
            </a:lvl8pPr>
            <a:lvl9pPr algn="l">
              <a:defRPr sz="2100" b="0">
                <a:solidFill>
                  <a:srgbClr val="102E4C"/>
                </a:solidFill>
                <a:latin typeface="Arial"/>
                <a:ea typeface="Arial"/>
                <a:cs typeface="Arial"/>
              </a:defRPr>
            </a:lvl9pPr>
          </a:lstStyle>
          <a:p xmlns:a="http://schemas.openxmlformats.org/drawingml/2006/main">
            <a:pPr algn="l">
              <a:defRPr sz="2100" b="0">
                <a:solidFill>
                  <a:srgbClr val="102E4C"/>
                </a:solidFill>
                <a:latin typeface="Arial"/>
                <a:ea typeface="Arial"/>
                <a:cs typeface="Arial"/>
              </a:defRPr>
            </a:pPr>
            <a:r>
              <a:rPr sz="2100" b="0">
                <a:solidFill>
                  <a:srgbClr val="102E4C"/>
                </a:solidFill>
                <a:latin typeface="Arial"/>
                <a:ea typeface="Arial"/>
                <a:cs typeface="Arial"/>
              </a:rPr>
              <a:t>Verify the installed facility</a:t>
            </a:r>
          </a:p>
        </p:txBody>
      </p:sp>
      <p:sp>
        <p:nvSpPr>
          <p:cNvPr id="13" name="">
            <a:extLst xmlns:a="http://schemas.openxmlformats.org/drawingml/2006/main">
              <a:ext uri="{FF2B5EF4-FFF2-40B4-BE49-F238E27FC236}">
                <a16:creationId xmlns:a16="http://schemas.microsoft.com/office/drawing/2014/main" id="{72DDB13B-AF04-4859-BE15-1736F43AD603}"/>
              </a:ext>
            </a:extLst>
          </p:cNvPr>
          <p:cNvSpPr>
            <a:spLocks xmlns:a="http://schemas.openxmlformats.org/drawingml/2006/main" noGrp="1"/>
          </p:cNvSpPr>
          <p:nvPr/>
        </p:nvSpPr>
        <p:spPr>
          <a:xfrm xmlns:a="http://schemas.openxmlformats.org/drawingml/2006/main">
            <a:off x="609600" y="4124325"/>
            <a:ext cx="3048000" cy="5905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B18A74A-8B7C-4F17-AA43-A7959F5FE7A5}"/>
              </a:ext>
            </a:extLst>
          </p:cNvPr>
          <p:cNvSpPr>
            <a:spLocks xmlns:a="http://schemas.openxmlformats.org/drawingml/2006/main" noGrp="1"/>
          </p:cNvSpPr>
          <p:nvPr/>
        </p:nvSpPr>
        <p:spPr>
          <a:xfrm xmlns:a="http://schemas.openxmlformats.org/drawingml/2006/main">
            <a:off x="800100" y="429577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OPERATION</a:t>
            </a:r>
          </a:p>
        </p:txBody>
      </p:sp>
      <p:sp>
        <p:nvSpPr>
          <p:cNvPr id="15" name="">
            <a:extLst xmlns:a="http://schemas.openxmlformats.org/drawingml/2006/main">
              <a:ext uri="{FF2B5EF4-FFF2-40B4-BE49-F238E27FC236}">
                <a16:creationId xmlns:a16="http://schemas.microsoft.com/office/drawing/2014/main" id="{69A22B44-68BD-426F-A602-1605BC8A2E9D}"/>
              </a:ext>
            </a:extLst>
          </p:cNvPr>
          <p:cNvSpPr>
            <a:spLocks xmlns:a="http://schemas.openxmlformats.org/drawingml/2006/main" noGrp="1"/>
          </p:cNvSpPr>
          <p:nvPr/>
        </p:nvSpPr>
        <p:spPr>
          <a:xfrm xmlns:a="http://schemas.openxmlformats.org/drawingml/2006/main">
            <a:off x="4048125" y="4257675"/>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02E4C"/>
                </a:solidFill>
                <a:latin typeface="Arial"/>
                <a:ea typeface="Arial"/>
                <a:cs typeface="Arial"/>
              </a:defRPr>
            </a:defPPr>
            <a:lvl1pPr algn="l">
              <a:defRPr sz="2100" b="0">
                <a:solidFill>
                  <a:srgbClr val="102E4C"/>
                </a:solidFill>
                <a:latin typeface="Arial"/>
                <a:ea typeface="Arial"/>
                <a:cs typeface="Arial"/>
              </a:defRPr>
            </a:lvl1pPr>
            <a:lvl2pPr algn="l">
              <a:defRPr sz="2100" b="0">
                <a:solidFill>
                  <a:srgbClr val="102E4C"/>
                </a:solidFill>
                <a:latin typeface="Arial"/>
                <a:ea typeface="Arial"/>
                <a:cs typeface="Arial"/>
              </a:defRPr>
            </a:lvl2pPr>
            <a:lvl3pPr algn="l">
              <a:defRPr sz="2100" b="0">
                <a:solidFill>
                  <a:srgbClr val="102E4C"/>
                </a:solidFill>
                <a:latin typeface="Arial"/>
                <a:ea typeface="Arial"/>
                <a:cs typeface="Arial"/>
              </a:defRPr>
            </a:lvl3pPr>
            <a:lvl4pPr algn="l">
              <a:defRPr sz="2100" b="0">
                <a:solidFill>
                  <a:srgbClr val="102E4C"/>
                </a:solidFill>
                <a:latin typeface="Arial"/>
                <a:ea typeface="Arial"/>
                <a:cs typeface="Arial"/>
              </a:defRPr>
            </a:lvl4pPr>
            <a:lvl5pPr algn="l">
              <a:defRPr sz="2100" b="0">
                <a:solidFill>
                  <a:srgbClr val="102E4C"/>
                </a:solidFill>
                <a:latin typeface="Arial"/>
                <a:ea typeface="Arial"/>
                <a:cs typeface="Arial"/>
              </a:defRPr>
            </a:lvl5pPr>
            <a:lvl6pPr algn="l">
              <a:defRPr sz="2100" b="0">
                <a:solidFill>
                  <a:srgbClr val="102E4C"/>
                </a:solidFill>
                <a:latin typeface="Arial"/>
                <a:ea typeface="Arial"/>
                <a:cs typeface="Arial"/>
              </a:defRPr>
            </a:lvl6pPr>
            <a:lvl7pPr algn="l">
              <a:defRPr sz="2100" b="0">
                <a:solidFill>
                  <a:srgbClr val="102E4C"/>
                </a:solidFill>
                <a:latin typeface="Arial"/>
                <a:ea typeface="Arial"/>
                <a:cs typeface="Arial"/>
              </a:defRPr>
            </a:lvl7pPr>
            <a:lvl8pPr algn="l">
              <a:defRPr sz="2100" b="0">
                <a:solidFill>
                  <a:srgbClr val="102E4C"/>
                </a:solidFill>
                <a:latin typeface="Arial"/>
                <a:ea typeface="Arial"/>
                <a:cs typeface="Arial"/>
              </a:defRPr>
            </a:lvl8pPr>
            <a:lvl9pPr algn="l">
              <a:defRPr sz="2100" b="0">
                <a:solidFill>
                  <a:srgbClr val="102E4C"/>
                </a:solidFill>
                <a:latin typeface="Arial"/>
                <a:ea typeface="Arial"/>
                <a:cs typeface="Arial"/>
              </a:defRPr>
            </a:lvl9pPr>
          </a:lstStyle>
          <a:p xmlns:a="http://schemas.openxmlformats.org/drawingml/2006/main">
            <a:pPr algn="l">
              <a:defRPr sz="2100" b="0">
                <a:solidFill>
                  <a:srgbClr val="102E4C"/>
                </a:solidFill>
                <a:latin typeface="Arial"/>
                <a:ea typeface="Arial"/>
                <a:cs typeface="Arial"/>
              </a:defRPr>
            </a:pPr>
            <a:r>
              <a:rPr sz="2100" b="0">
                <a:solidFill>
                  <a:srgbClr val="102E4C"/>
                </a:solidFill>
                <a:latin typeface="Arial"/>
                <a:ea typeface="Arial"/>
                <a:cs typeface="Arial"/>
              </a:rPr>
              <a:t>Challenge operating conditions</a:t>
            </a:r>
          </a:p>
        </p:txBody>
      </p:sp>
      <p:sp>
        <p:nvSpPr>
          <p:cNvPr id="16" name="">
            <a:extLst xmlns:a="http://schemas.openxmlformats.org/drawingml/2006/main">
              <a:ext uri="{FF2B5EF4-FFF2-40B4-BE49-F238E27FC236}">
                <a16:creationId xmlns:a16="http://schemas.microsoft.com/office/drawing/2014/main" id="{25BD9E12-887D-4CE4-8696-042DAC81CB8E}"/>
              </a:ext>
            </a:extLst>
          </p:cNvPr>
          <p:cNvSpPr>
            <a:spLocks xmlns:a="http://schemas.openxmlformats.org/drawingml/2006/main" noGrp="1"/>
          </p:cNvSpPr>
          <p:nvPr/>
        </p:nvSpPr>
        <p:spPr>
          <a:xfrm xmlns:a="http://schemas.openxmlformats.org/drawingml/2006/main">
            <a:off x="609600" y="4867275"/>
            <a:ext cx="3048000" cy="59055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65C211B-238E-4135-861B-7467049CE598}"/>
              </a:ext>
            </a:extLst>
          </p:cNvPr>
          <p:cNvSpPr>
            <a:spLocks xmlns:a="http://schemas.openxmlformats.org/drawingml/2006/main" noGrp="1"/>
          </p:cNvSpPr>
          <p:nvPr/>
        </p:nvSpPr>
        <p:spPr>
          <a:xfrm xmlns:a="http://schemas.openxmlformats.org/drawingml/2006/main">
            <a:off x="800100" y="5038725"/>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PERFORMANCE</a:t>
            </a:r>
          </a:p>
        </p:txBody>
      </p:sp>
      <p:sp>
        <p:nvSpPr>
          <p:cNvPr id="18" name="">
            <a:extLst xmlns:a="http://schemas.openxmlformats.org/drawingml/2006/main">
              <a:ext uri="{FF2B5EF4-FFF2-40B4-BE49-F238E27FC236}">
                <a16:creationId xmlns:a16="http://schemas.microsoft.com/office/drawing/2014/main" id="{2B30FED4-3CC0-4DAF-8B79-2748838889DE}"/>
              </a:ext>
            </a:extLst>
          </p:cNvPr>
          <p:cNvSpPr>
            <a:spLocks xmlns:a="http://schemas.openxmlformats.org/drawingml/2006/main" noGrp="1"/>
          </p:cNvSpPr>
          <p:nvPr/>
        </p:nvSpPr>
        <p:spPr>
          <a:xfrm xmlns:a="http://schemas.openxmlformats.org/drawingml/2006/main">
            <a:off x="4048125" y="5000625"/>
            <a:ext cx="714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02E4C"/>
                </a:solidFill>
                <a:latin typeface="Arial"/>
                <a:ea typeface="Arial"/>
                <a:cs typeface="Arial"/>
              </a:defRPr>
            </a:defPPr>
            <a:lvl1pPr algn="l">
              <a:defRPr sz="2100" b="0">
                <a:solidFill>
                  <a:srgbClr val="102E4C"/>
                </a:solidFill>
                <a:latin typeface="Arial"/>
                <a:ea typeface="Arial"/>
                <a:cs typeface="Arial"/>
              </a:defRPr>
            </a:lvl1pPr>
            <a:lvl2pPr algn="l">
              <a:defRPr sz="2100" b="0">
                <a:solidFill>
                  <a:srgbClr val="102E4C"/>
                </a:solidFill>
                <a:latin typeface="Arial"/>
                <a:ea typeface="Arial"/>
                <a:cs typeface="Arial"/>
              </a:defRPr>
            </a:lvl2pPr>
            <a:lvl3pPr algn="l">
              <a:defRPr sz="2100" b="0">
                <a:solidFill>
                  <a:srgbClr val="102E4C"/>
                </a:solidFill>
                <a:latin typeface="Arial"/>
                <a:ea typeface="Arial"/>
                <a:cs typeface="Arial"/>
              </a:defRPr>
            </a:lvl3pPr>
            <a:lvl4pPr algn="l">
              <a:defRPr sz="2100" b="0">
                <a:solidFill>
                  <a:srgbClr val="102E4C"/>
                </a:solidFill>
                <a:latin typeface="Arial"/>
                <a:ea typeface="Arial"/>
                <a:cs typeface="Arial"/>
              </a:defRPr>
            </a:lvl4pPr>
            <a:lvl5pPr algn="l">
              <a:defRPr sz="2100" b="0">
                <a:solidFill>
                  <a:srgbClr val="102E4C"/>
                </a:solidFill>
                <a:latin typeface="Arial"/>
                <a:ea typeface="Arial"/>
                <a:cs typeface="Arial"/>
              </a:defRPr>
            </a:lvl5pPr>
            <a:lvl6pPr algn="l">
              <a:defRPr sz="2100" b="0">
                <a:solidFill>
                  <a:srgbClr val="102E4C"/>
                </a:solidFill>
                <a:latin typeface="Arial"/>
                <a:ea typeface="Arial"/>
                <a:cs typeface="Arial"/>
              </a:defRPr>
            </a:lvl6pPr>
            <a:lvl7pPr algn="l">
              <a:defRPr sz="2100" b="0">
                <a:solidFill>
                  <a:srgbClr val="102E4C"/>
                </a:solidFill>
                <a:latin typeface="Arial"/>
                <a:ea typeface="Arial"/>
                <a:cs typeface="Arial"/>
              </a:defRPr>
            </a:lvl7pPr>
            <a:lvl8pPr algn="l">
              <a:defRPr sz="2100" b="0">
                <a:solidFill>
                  <a:srgbClr val="102E4C"/>
                </a:solidFill>
                <a:latin typeface="Arial"/>
                <a:ea typeface="Arial"/>
                <a:cs typeface="Arial"/>
              </a:defRPr>
            </a:lvl8pPr>
            <a:lvl9pPr algn="l">
              <a:defRPr sz="2100" b="0">
                <a:solidFill>
                  <a:srgbClr val="102E4C"/>
                </a:solidFill>
                <a:latin typeface="Arial"/>
                <a:ea typeface="Arial"/>
                <a:cs typeface="Arial"/>
              </a:defRPr>
            </a:lvl9pPr>
          </a:lstStyle>
          <a:p xmlns:a="http://schemas.openxmlformats.org/drawingml/2006/main">
            <a:pPr algn="l">
              <a:defRPr sz="2100" b="0">
                <a:solidFill>
                  <a:srgbClr val="102E4C"/>
                </a:solidFill>
                <a:latin typeface="Arial"/>
                <a:ea typeface="Arial"/>
                <a:cs typeface="Arial"/>
              </a:defRPr>
            </a:pPr>
            <a:r>
              <a:rPr sz="2100" b="0">
                <a:solidFill>
                  <a:srgbClr val="102E4C"/>
                </a:solidFill>
                <a:latin typeface="Arial"/>
                <a:ea typeface="Arial"/>
                <a:cs typeface="Arial"/>
              </a:rPr>
              <a:t>Confirm routine performance</a:t>
            </a:r>
          </a:p>
        </p:txBody>
      </p:sp>
      <p:sp>
        <p:nvSpPr>
          <p:cNvPr id="19" name="">
            <a:extLst xmlns:a="http://schemas.openxmlformats.org/drawingml/2006/main">
              <a:ext uri="{FF2B5EF4-FFF2-40B4-BE49-F238E27FC236}">
                <a16:creationId xmlns:a16="http://schemas.microsoft.com/office/drawing/2014/main" id="{B3A33D58-F0A1-4BED-B990-290C81D142E1}"/>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Representative conditions matter: an empty-room test may not reflect loaded storage</a:t>
            </a:r>
          </a:p>
        </p:txBody>
      </p:sp>
    </p:spTree>
    <p:extLst>
      <p:ext uri="{BB962C8B-B14F-4D97-AF65-F5344CB8AC3E}">
        <p14:creationId xmlns:p14="http://schemas.microsoft.com/office/powerpoint/2010/main" val="11105961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0753A40-EF70-4435-AE19-E200FFF4B10C}"/>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7476ED87-4059-44D7-BC82-59F1FD7AF20E}"/>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CC29F2F6-1E20-4D01-AC05-F4CE1F0CA579}"/>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7E42B3AF-E54A-493F-9702-74CFD341B921}"/>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Temperature mapping</a:t>
            </a:r>
          </a:p>
        </p:txBody>
      </p:sp>
      <p:sp>
        <p:nvSpPr>
          <p:cNvPr id="5" name="">
            <a:extLst xmlns:a="http://schemas.openxmlformats.org/drawingml/2006/main">
              <a:ext uri="{FF2B5EF4-FFF2-40B4-BE49-F238E27FC236}">
                <a16:creationId xmlns:a16="http://schemas.microsoft.com/office/drawing/2014/main" id="{A5B44BBE-2CAD-4B39-B505-87F9EAA0A92B}"/>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18 / 26</a:t>
            </a:r>
          </a:p>
        </p:txBody>
      </p:sp>
      <p:sp>
        <p:nvSpPr>
          <p:cNvPr id="6" name="">
            <a:extLst xmlns:a="http://schemas.openxmlformats.org/drawingml/2006/main">
              <a:ext uri="{FF2B5EF4-FFF2-40B4-BE49-F238E27FC236}">
                <a16:creationId xmlns:a16="http://schemas.microsoft.com/office/drawing/2014/main" id="{4A03DB99-9D68-42B6-B595-496C007044FC}"/>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5E905E0F-F579-4109-B539-3D9870D964BD}"/>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Mapping reveals differences across the storage space and over time.</a:t>
            </a:r>
          </a:p>
        </p:txBody>
      </p:sp>
      <p:sp>
        <p:nvSpPr>
          <p:cNvPr id="8" name="">
            <a:extLst xmlns:a="http://schemas.openxmlformats.org/drawingml/2006/main">
              <a:ext uri="{FF2B5EF4-FFF2-40B4-BE49-F238E27FC236}">
                <a16:creationId xmlns:a16="http://schemas.microsoft.com/office/drawing/2014/main" id="{6F45A599-48C7-40FE-892F-6E91A5DD82F3}"/>
              </a:ext>
            </a:extLst>
          </p:cNvPr>
          <p:cNvSpPr>
            <a:spLocks xmlns:a="http://schemas.openxmlformats.org/drawingml/2006/main" noGrp="1"/>
          </p:cNvSpPr>
          <p:nvPr/>
        </p:nvSpPr>
        <p:spPr>
          <a:xfrm xmlns:a="http://schemas.openxmlformats.org/drawingml/2006/main">
            <a:off x="609600" y="3467100"/>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CFA9549-EC51-4FCD-9D53-D9493926FCFB}"/>
              </a:ext>
            </a:extLst>
          </p:cNvPr>
          <p:cNvSpPr>
            <a:spLocks xmlns:a="http://schemas.openxmlformats.org/drawingml/2006/main" noGrp="1"/>
          </p:cNvSpPr>
          <p:nvPr/>
        </p:nvSpPr>
        <p:spPr>
          <a:xfrm xmlns:a="http://schemas.openxmlformats.org/drawingml/2006/main">
            <a:off x="1371600" y="3467100"/>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E90718-7579-44CA-B378-F15F25AFA687}"/>
              </a:ext>
            </a:extLst>
          </p:cNvPr>
          <p:cNvSpPr>
            <a:spLocks xmlns:a="http://schemas.openxmlformats.org/drawingml/2006/main" noGrp="1"/>
          </p:cNvSpPr>
          <p:nvPr/>
        </p:nvSpPr>
        <p:spPr>
          <a:xfrm xmlns:a="http://schemas.openxmlformats.org/drawingml/2006/main">
            <a:off x="2133600" y="3467100"/>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26110E-6F99-43DE-A2B0-E6D7DF0498D1}"/>
              </a:ext>
            </a:extLst>
          </p:cNvPr>
          <p:cNvSpPr>
            <a:spLocks xmlns:a="http://schemas.openxmlformats.org/drawingml/2006/main" noGrp="1"/>
          </p:cNvSpPr>
          <p:nvPr/>
        </p:nvSpPr>
        <p:spPr>
          <a:xfrm xmlns:a="http://schemas.openxmlformats.org/drawingml/2006/main">
            <a:off x="2895600" y="3467100"/>
            <a:ext cx="685800" cy="35242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B4E7206-AE30-481E-B6E9-720036C58A03}"/>
              </a:ext>
            </a:extLst>
          </p:cNvPr>
          <p:cNvSpPr>
            <a:spLocks xmlns:a="http://schemas.openxmlformats.org/drawingml/2006/main" noGrp="1"/>
          </p:cNvSpPr>
          <p:nvPr/>
        </p:nvSpPr>
        <p:spPr>
          <a:xfrm xmlns:a="http://schemas.openxmlformats.org/drawingml/2006/main">
            <a:off x="3657600" y="3467100"/>
            <a:ext cx="685800" cy="352425"/>
          </a:xfrm>
          <a:prstGeom xmlns:a="http://schemas.openxmlformats.org/drawingml/2006/main" prst="rect">
            <a:avLst/>
          </a:prstGeom>
          <a:solidFill xmlns:a="http://schemas.openxmlformats.org/drawingml/2006/main">
            <a:srgbClr val="D4A46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82F82B9-64C0-4D5A-AF87-43162B79E6CC}"/>
              </a:ext>
            </a:extLst>
          </p:cNvPr>
          <p:cNvSpPr>
            <a:spLocks xmlns:a="http://schemas.openxmlformats.org/drawingml/2006/main" noGrp="1"/>
          </p:cNvSpPr>
          <p:nvPr/>
        </p:nvSpPr>
        <p:spPr>
          <a:xfrm xmlns:a="http://schemas.openxmlformats.org/drawingml/2006/main">
            <a:off x="4419600" y="3467100"/>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1B887C-1FE0-499E-8098-FA0F2B82D3EE}"/>
              </a:ext>
            </a:extLst>
          </p:cNvPr>
          <p:cNvSpPr>
            <a:spLocks xmlns:a="http://schemas.openxmlformats.org/drawingml/2006/main" noGrp="1"/>
          </p:cNvSpPr>
          <p:nvPr/>
        </p:nvSpPr>
        <p:spPr>
          <a:xfrm xmlns:a="http://schemas.openxmlformats.org/drawingml/2006/main">
            <a:off x="5181600" y="3467100"/>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79DBBEE-9A62-4965-9BB9-6095E14EDA87}"/>
              </a:ext>
            </a:extLst>
          </p:cNvPr>
          <p:cNvSpPr>
            <a:spLocks xmlns:a="http://schemas.openxmlformats.org/drawingml/2006/main" noGrp="1"/>
          </p:cNvSpPr>
          <p:nvPr/>
        </p:nvSpPr>
        <p:spPr>
          <a:xfrm xmlns:a="http://schemas.openxmlformats.org/drawingml/2006/main">
            <a:off x="609600" y="3895725"/>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6A82A3-5E23-4DD7-97FC-15AED548A576}"/>
              </a:ext>
            </a:extLst>
          </p:cNvPr>
          <p:cNvSpPr>
            <a:spLocks xmlns:a="http://schemas.openxmlformats.org/drawingml/2006/main" noGrp="1"/>
          </p:cNvSpPr>
          <p:nvPr/>
        </p:nvSpPr>
        <p:spPr>
          <a:xfrm xmlns:a="http://schemas.openxmlformats.org/drawingml/2006/main">
            <a:off x="1371600" y="3895725"/>
            <a:ext cx="685800" cy="35242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4DB6AFD-3760-40EF-9E09-69316E434C32}"/>
              </a:ext>
            </a:extLst>
          </p:cNvPr>
          <p:cNvSpPr>
            <a:spLocks xmlns:a="http://schemas.openxmlformats.org/drawingml/2006/main" noGrp="1"/>
          </p:cNvSpPr>
          <p:nvPr/>
        </p:nvSpPr>
        <p:spPr>
          <a:xfrm xmlns:a="http://schemas.openxmlformats.org/drawingml/2006/main">
            <a:off x="2133600" y="3895725"/>
            <a:ext cx="685800" cy="352425"/>
          </a:xfrm>
          <a:prstGeom xmlns:a="http://schemas.openxmlformats.org/drawingml/2006/main" prst="rect">
            <a:avLst/>
          </a:prstGeom>
          <a:solidFill xmlns:a="http://schemas.openxmlformats.org/drawingml/2006/main">
            <a:srgbClr val="D4A4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5D28369-E746-4923-9E11-D91F769929F8}"/>
              </a:ext>
            </a:extLst>
          </p:cNvPr>
          <p:cNvSpPr>
            <a:spLocks xmlns:a="http://schemas.openxmlformats.org/drawingml/2006/main" noGrp="1"/>
          </p:cNvSpPr>
          <p:nvPr/>
        </p:nvSpPr>
        <p:spPr>
          <a:xfrm xmlns:a="http://schemas.openxmlformats.org/drawingml/2006/main">
            <a:off x="2895600" y="3895725"/>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839E8B9-57CB-46CF-8519-06B574C478DA}"/>
              </a:ext>
            </a:extLst>
          </p:cNvPr>
          <p:cNvSpPr>
            <a:spLocks xmlns:a="http://schemas.openxmlformats.org/drawingml/2006/main" noGrp="1"/>
          </p:cNvSpPr>
          <p:nvPr/>
        </p:nvSpPr>
        <p:spPr>
          <a:xfrm xmlns:a="http://schemas.openxmlformats.org/drawingml/2006/main">
            <a:off x="3657600" y="3895725"/>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2A7DBC-DD97-4B51-87CC-42FB40D2C680}"/>
              </a:ext>
            </a:extLst>
          </p:cNvPr>
          <p:cNvSpPr>
            <a:spLocks xmlns:a="http://schemas.openxmlformats.org/drawingml/2006/main" noGrp="1"/>
          </p:cNvSpPr>
          <p:nvPr/>
        </p:nvSpPr>
        <p:spPr>
          <a:xfrm xmlns:a="http://schemas.openxmlformats.org/drawingml/2006/main">
            <a:off x="4419600" y="3895725"/>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98B1D1E-C9CF-4386-AF32-60F825457406}"/>
              </a:ext>
            </a:extLst>
          </p:cNvPr>
          <p:cNvSpPr>
            <a:spLocks xmlns:a="http://schemas.openxmlformats.org/drawingml/2006/main" noGrp="1"/>
          </p:cNvSpPr>
          <p:nvPr/>
        </p:nvSpPr>
        <p:spPr>
          <a:xfrm xmlns:a="http://schemas.openxmlformats.org/drawingml/2006/main">
            <a:off x="5181600" y="3895725"/>
            <a:ext cx="685800" cy="35242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E708DFB-D122-44C6-AD34-6D44F00D7EAC}"/>
              </a:ext>
            </a:extLst>
          </p:cNvPr>
          <p:cNvSpPr>
            <a:spLocks xmlns:a="http://schemas.openxmlformats.org/drawingml/2006/main" noGrp="1"/>
          </p:cNvSpPr>
          <p:nvPr/>
        </p:nvSpPr>
        <p:spPr>
          <a:xfrm xmlns:a="http://schemas.openxmlformats.org/drawingml/2006/main">
            <a:off x="609600" y="4324350"/>
            <a:ext cx="685800" cy="352425"/>
          </a:xfrm>
          <a:prstGeom xmlns:a="http://schemas.openxmlformats.org/drawingml/2006/main" prst="rect">
            <a:avLst/>
          </a:prstGeom>
          <a:solidFill xmlns:a="http://schemas.openxmlformats.org/drawingml/2006/main">
            <a:srgbClr val="D4A46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965AF16-2D6A-43C3-9D4A-7EF2D4C982F8}"/>
              </a:ext>
            </a:extLst>
          </p:cNvPr>
          <p:cNvSpPr>
            <a:spLocks xmlns:a="http://schemas.openxmlformats.org/drawingml/2006/main" noGrp="1"/>
          </p:cNvSpPr>
          <p:nvPr/>
        </p:nvSpPr>
        <p:spPr>
          <a:xfrm xmlns:a="http://schemas.openxmlformats.org/drawingml/2006/main">
            <a:off x="1371600" y="4324350"/>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76CC0C2-A700-4A5E-AE7D-670DAA5D9484}"/>
              </a:ext>
            </a:extLst>
          </p:cNvPr>
          <p:cNvSpPr>
            <a:spLocks xmlns:a="http://schemas.openxmlformats.org/drawingml/2006/main" noGrp="1"/>
          </p:cNvSpPr>
          <p:nvPr/>
        </p:nvSpPr>
        <p:spPr>
          <a:xfrm xmlns:a="http://schemas.openxmlformats.org/drawingml/2006/main">
            <a:off x="2133600" y="4324350"/>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0FFE2B-91E7-4A07-8481-3E95603FD554}"/>
              </a:ext>
            </a:extLst>
          </p:cNvPr>
          <p:cNvSpPr>
            <a:spLocks xmlns:a="http://schemas.openxmlformats.org/drawingml/2006/main" noGrp="1"/>
          </p:cNvSpPr>
          <p:nvPr/>
        </p:nvSpPr>
        <p:spPr>
          <a:xfrm xmlns:a="http://schemas.openxmlformats.org/drawingml/2006/main">
            <a:off x="2895600" y="4324350"/>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3D2C787-DCA0-4D82-BD07-6DD37FAB6FFA}"/>
              </a:ext>
            </a:extLst>
          </p:cNvPr>
          <p:cNvSpPr>
            <a:spLocks xmlns:a="http://schemas.openxmlformats.org/drawingml/2006/main" noGrp="1"/>
          </p:cNvSpPr>
          <p:nvPr/>
        </p:nvSpPr>
        <p:spPr>
          <a:xfrm xmlns:a="http://schemas.openxmlformats.org/drawingml/2006/main">
            <a:off x="3657600" y="4324350"/>
            <a:ext cx="685800" cy="35242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1B9BFFA-78FF-4ED3-A453-8378E1FF5E63}"/>
              </a:ext>
            </a:extLst>
          </p:cNvPr>
          <p:cNvSpPr>
            <a:spLocks xmlns:a="http://schemas.openxmlformats.org/drawingml/2006/main" noGrp="1"/>
          </p:cNvSpPr>
          <p:nvPr/>
        </p:nvSpPr>
        <p:spPr>
          <a:xfrm xmlns:a="http://schemas.openxmlformats.org/drawingml/2006/main">
            <a:off x="4419600" y="4324350"/>
            <a:ext cx="685800" cy="352425"/>
          </a:xfrm>
          <a:prstGeom xmlns:a="http://schemas.openxmlformats.org/drawingml/2006/main" prst="rect">
            <a:avLst/>
          </a:prstGeom>
          <a:solidFill xmlns:a="http://schemas.openxmlformats.org/drawingml/2006/main">
            <a:srgbClr val="D4A46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C768DCB-2658-4160-A343-BD76A55C5B0C}"/>
              </a:ext>
            </a:extLst>
          </p:cNvPr>
          <p:cNvSpPr>
            <a:spLocks xmlns:a="http://schemas.openxmlformats.org/drawingml/2006/main" noGrp="1"/>
          </p:cNvSpPr>
          <p:nvPr/>
        </p:nvSpPr>
        <p:spPr>
          <a:xfrm xmlns:a="http://schemas.openxmlformats.org/drawingml/2006/main">
            <a:off x="5181600" y="4324350"/>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290A65C-A6AB-4DD4-8B3A-90084AB1F47E}"/>
              </a:ext>
            </a:extLst>
          </p:cNvPr>
          <p:cNvSpPr>
            <a:spLocks xmlns:a="http://schemas.openxmlformats.org/drawingml/2006/main" noGrp="1"/>
          </p:cNvSpPr>
          <p:nvPr/>
        </p:nvSpPr>
        <p:spPr>
          <a:xfrm xmlns:a="http://schemas.openxmlformats.org/drawingml/2006/main">
            <a:off x="609600" y="4752975"/>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FB5CED-F1C8-43D1-9457-C54060B689A1}"/>
              </a:ext>
            </a:extLst>
          </p:cNvPr>
          <p:cNvSpPr>
            <a:spLocks xmlns:a="http://schemas.openxmlformats.org/drawingml/2006/main" noGrp="1"/>
          </p:cNvSpPr>
          <p:nvPr/>
        </p:nvSpPr>
        <p:spPr>
          <a:xfrm xmlns:a="http://schemas.openxmlformats.org/drawingml/2006/main">
            <a:off x="1371600" y="4752975"/>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98DC3F2-1F0B-40D5-A521-5AC303EA6CCB}"/>
              </a:ext>
            </a:extLst>
          </p:cNvPr>
          <p:cNvSpPr>
            <a:spLocks xmlns:a="http://schemas.openxmlformats.org/drawingml/2006/main" noGrp="1"/>
          </p:cNvSpPr>
          <p:nvPr/>
        </p:nvSpPr>
        <p:spPr>
          <a:xfrm xmlns:a="http://schemas.openxmlformats.org/drawingml/2006/main">
            <a:off x="2133600" y="4752975"/>
            <a:ext cx="685800" cy="352425"/>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F48E5C8-47DC-410D-80AE-A16F008F2019}"/>
              </a:ext>
            </a:extLst>
          </p:cNvPr>
          <p:cNvSpPr>
            <a:spLocks xmlns:a="http://schemas.openxmlformats.org/drawingml/2006/main" noGrp="1"/>
          </p:cNvSpPr>
          <p:nvPr/>
        </p:nvSpPr>
        <p:spPr>
          <a:xfrm xmlns:a="http://schemas.openxmlformats.org/drawingml/2006/main">
            <a:off x="2895600" y="4752975"/>
            <a:ext cx="685800" cy="352425"/>
          </a:xfrm>
          <a:prstGeom xmlns:a="http://schemas.openxmlformats.org/drawingml/2006/main" prst="rect">
            <a:avLst/>
          </a:prstGeom>
          <a:solidFill xmlns:a="http://schemas.openxmlformats.org/drawingml/2006/main">
            <a:srgbClr val="D4A46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8ECC6B-A3B1-4F47-B1CE-D385DE74C5C4}"/>
              </a:ext>
            </a:extLst>
          </p:cNvPr>
          <p:cNvSpPr>
            <a:spLocks xmlns:a="http://schemas.openxmlformats.org/drawingml/2006/main" noGrp="1"/>
          </p:cNvSpPr>
          <p:nvPr/>
        </p:nvSpPr>
        <p:spPr>
          <a:xfrm xmlns:a="http://schemas.openxmlformats.org/drawingml/2006/main">
            <a:off x="3657600" y="4752975"/>
            <a:ext cx="685800" cy="35242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FBFFFD4-2E91-4FA1-A5FC-1FA37D674697}"/>
              </a:ext>
            </a:extLst>
          </p:cNvPr>
          <p:cNvSpPr>
            <a:spLocks xmlns:a="http://schemas.openxmlformats.org/drawingml/2006/main" noGrp="1"/>
          </p:cNvSpPr>
          <p:nvPr/>
        </p:nvSpPr>
        <p:spPr>
          <a:xfrm xmlns:a="http://schemas.openxmlformats.org/drawingml/2006/main">
            <a:off x="4419600" y="4752975"/>
            <a:ext cx="685800" cy="352425"/>
          </a:xfrm>
          <a:prstGeom xmlns:a="http://schemas.openxmlformats.org/drawingml/2006/main" prst="rect">
            <a:avLst/>
          </a:prstGeom>
          <a:solidFill xmlns:a="http://schemas.openxmlformats.org/drawingml/2006/main">
            <a:srgbClr val="BFD4E2"/>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9779681-4DA6-48CD-A6D4-A5B05DB74B35}"/>
              </a:ext>
            </a:extLst>
          </p:cNvPr>
          <p:cNvSpPr>
            <a:spLocks xmlns:a="http://schemas.openxmlformats.org/drawingml/2006/main" noGrp="1"/>
          </p:cNvSpPr>
          <p:nvPr/>
        </p:nvSpPr>
        <p:spPr>
          <a:xfrm xmlns:a="http://schemas.openxmlformats.org/drawingml/2006/main">
            <a:off x="5181600" y="4752975"/>
            <a:ext cx="685800" cy="352425"/>
          </a:xfrm>
          <a:prstGeom xmlns:a="http://schemas.openxmlformats.org/drawingml/2006/main" prst="rect">
            <a:avLst/>
          </a:prstGeom>
          <a:solidFill xmlns:a="http://schemas.openxmlformats.org/drawingml/2006/main">
            <a:srgbClr val="86BAD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FF080D0-C4D6-459C-8D3B-803EAC441990}"/>
              </a:ext>
            </a:extLst>
          </p:cNvPr>
          <p:cNvSpPr>
            <a:spLocks xmlns:a="http://schemas.openxmlformats.org/drawingml/2006/main" noGrp="1"/>
          </p:cNvSpPr>
          <p:nvPr/>
        </p:nvSpPr>
        <p:spPr>
          <a:xfrm xmlns:a="http://schemas.openxmlformats.org/drawingml/2006/main">
            <a:off x="609600" y="54102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657B8F"/>
                </a:solidFill>
                <a:latin typeface="Arial"/>
                <a:ea typeface="Arial"/>
                <a:cs typeface="Arial"/>
              </a:defRPr>
            </a:defPPr>
            <a:lvl1pPr algn="l">
              <a:defRPr sz="975" b="1">
                <a:solidFill>
                  <a:srgbClr val="657B8F"/>
                </a:solidFill>
                <a:latin typeface="Arial"/>
                <a:ea typeface="Arial"/>
                <a:cs typeface="Arial"/>
              </a:defRPr>
            </a:lvl1pPr>
            <a:lvl2pPr algn="l">
              <a:defRPr sz="975" b="1">
                <a:solidFill>
                  <a:srgbClr val="657B8F"/>
                </a:solidFill>
                <a:latin typeface="Arial"/>
                <a:ea typeface="Arial"/>
                <a:cs typeface="Arial"/>
              </a:defRPr>
            </a:lvl2pPr>
            <a:lvl3pPr algn="l">
              <a:defRPr sz="975" b="1">
                <a:solidFill>
                  <a:srgbClr val="657B8F"/>
                </a:solidFill>
                <a:latin typeface="Arial"/>
                <a:ea typeface="Arial"/>
                <a:cs typeface="Arial"/>
              </a:defRPr>
            </a:lvl3pPr>
            <a:lvl4pPr algn="l">
              <a:defRPr sz="975" b="1">
                <a:solidFill>
                  <a:srgbClr val="657B8F"/>
                </a:solidFill>
                <a:latin typeface="Arial"/>
                <a:ea typeface="Arial"/>
                <a:cs typeface="Arial"/>
              </a:defRPr>
            </a:lvl4pPr>
            <a:lvl5pPr algn="l">
              <a:defRPr sz="975" b="1">
                <a:solidFill>
                  <a:srgbClr val="657B8F"/>
                </a:solidFill>
                <a:latin typeface="Arial"/>
                <a:ea typeface="Arial"/>
                <a:cs typeface="Arial"/>
              </a:defRPr>
            </a:lvl5pPr>
            <a:lvl6pPr algn="l">
              <a:defRPr sz="975" b="1">
                <a:solidFill>
                  <a:srgbClr val="657B8F"/>
                </a:solidFill>
                <a:latin typeface="Arial"/>
                <a:ea typeface="Arial"/>
                <a:cs typeface="Arial"/>
              </a:defRPr>
            </a:lvl6pPr>
            <a:lvl7pPr algn="l">
              <a:defRPr sz="975" b="1">
                <a:solidFill>
                  <a:srgbClr val="657B8F"/>
                </a:solidFill>
                <a:latin typeface="Arial"/>
                <a:ea typeface="Arial"/>
                <a:cs typeface="Arial"/>
              </a:defRPr>
            </a:lvl7pPr>
            <a:lvl8pPr algn="l">
              <a:defRPr sz="975" b="1">
                <a:solidFill>
                  <a:srgbClr val="657B8F"/>
                </a:solidFill>
                <a:latin typeface="Arial"/>
                <a:ea typeface="Arial"/>
                <a:cs typeface="Arial"/>
              </a:defRPr>
            </a:lvl8pPr>
            <a:lvl9pPr algn="l">
              <a:defRPr sz="975" b="1">
                <a:solidFill>
                  <a:srgbClr val="657B8F"/>
                </a:solidFill>
                <a:latin typeface="Arial"/>
                <a:ea typeface="Arial"/>
                <a:cs typeface="Arial"/>
              </a:defRPr>
            </a:lvl9pPr>
          </a:lstStyle>
          <a:p xmlns:a="http://schemas.openxmlformats.org/drawingml/2006/main">
            <a:pPr algn="l">
              <a:defRPr sz="975" b="1">
                <a:solidFill>
                  <a:srgbClr val="657B8F"/>
                </a:solidFill>
                <a:latin typeface="Arial"/>
                <a:ea typeface="Arial"/>
                <a:cs typeface="Arial"/>
              </a:defRPr>
            </a:pPr>
            <a:r>
              <a:rPr sz="975" b="1">
                <a:solidFill>
                  <a:srgbClr val="657B8F"/>
                </a:solidFill>
                <a:latin typeface="Arial"/>
                <a:ea typeface="Arial"/>
                <a:cs typeface="Arial"/>
              </a:rPr>
              <a:t>ILLUSTRATIVE DISTRIBUTION</a:t>
            </a:r>
          </a:p>
        </p:txBody>
      </p:sp>
      <p:sp>
        <p:nvSpPr>
          <p:cNvPr id="37" name="">
            <a:extLst xmlns:a="http://schemas.openxmlformats.org/drawingml/2006/main">
              <a:ext uri="{FF2B5EF4-FFF2-40B4-BE49-F238E27FC236}">
                <a16:creationId xmlns:a16="http://schemas.microsoft.com/office/drawing/2014/main" id="{CF0AEAF4-900D-4A2B-96B8-8F52DF9443C1}"/>
              </a:ext>
            </a:extLst>
          </p:cNvPr>
          <p:cNvSpPr>
            <a:spLocks xmlns:a="http://schemas.openxmlformats.org/drawingml/2006/main" noGrp="1"/>
          </p:cNvSpPr>
          <p:nvPr/>
        </p:nvSpPr>
        <p:spPr>
          <a:xfrm xmlns:a="http://schemas.openxmlformats.org/drawingml/2006/main">
            <a:off x="6905625" y="3429000"/>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778B7"/>
                </a:solidFill>
                <a:latin typeface="Arial"/>
                <a:ea typeface="Arial"/>
                <a:cs typeface="Arial"/>
              </a:defRPr>
            </a:defPPr>
            <a:lvl1pPr algn="l">
              <a:defRPr sz="2100" b="1">
                <a:solidFill>
                  <a:srgbClr val="1778B7"/>
                </a:solidFill>
                <a:latin typeface="Arial"/>
                <a:ea typeface="Arial"/>
                <a:cs typeface="Arial"/>
              </a:defRPr>
            </a:lvl1pPr>
            <a:lvl2pPr algn="l">
              <a:defRPr sz="2100" b="1">
                <a:solidFill>
                  <a:srgbClr val="1778B7"/>
                </a:solidFill>
                <a:latin typeface="Arial"/>
                <a:ea typeface="Arial"/>
                <a:cs typeface="Arial"/>
              </a:defRPr>
            </a:lvl2pPr>
            <a:lvl3pPr algn="l">
              <a:defRPr sz="2100" b="1">
                <a:solidFill>
                  <a:srgbClr val="1778B7"/>
                </a:solidFill>
                <a:latin typeface="Arial"/>
                <a:ea typeface="Arial"/>
                <a:cs typeface="Arial"/>
              </a:defRPr>
            </a:lvl3pPr>
            <a:lvl4pPr algn="l">
              <a:defRPr sz="2100" b="1">
                <a:solidFill>
                  <a:srgbClr val="1778B7"/>
                </a:solidFill>
                <a:latin typeface="Arial"/>
                <a:ea typeface="Arial"/>
                <a:cs typeface="Arial"/>
              </a:defRPr>
            </a:lvl4pPr>
            <a:lvl5pPr algn="l">
              <a:defRPr sz="2100" b="1">
                <a:solidFill>
                  <a:srgbClr val="1778B7"/>
                </a:solidFill>
                <a:latin typeface="Arial"/>
                <a:ea typeface="Arial"/>
                <a:cs typeface="Arial"/>
              </a:defRPr>
            </a:lvl5pPr>
            <a:lvl6pPr algn="l">
              <a:defRPr sz="2100" b="1">
                <a:solidFill>
                  <a:srgbClr val="1778B7"/>
                </a:solidFill>
                <a:latin typeface="Arial"/>
                <a:ea typeface="Arial"/>
                <a:cs typeface="Arial"/>
              </a:defRPr>
            </a:lvl6pPr>
            <a:lvl7pPr algn="l">
              <a:defRPr sz="2100" b="1">
                <a:solidFill>
                  <a:srgbClr val="1778B7"/>
                </a:solidFill>
                <a:latin typeface="Arial"/>
                <a:ea typeface="Arial"/>
                <a:cs typeface="Arial"/>
              </a:defRPr>
            </a:lvl7pPr>
            <a:lvl8pPr algn="l">
              <a:defRPr sz="2100" b="1">
                <a:solidFill>
                  <a:srgbClr val="1778B7"/>
                </a:solidFill>
                <a:latin typeface="Arial"/>
                <a:ea typeface="Arial"/>
                <a:cs typeface="Arial"/>
              </a:defRPr>
            </a:lvl8pPr>
            <a:lvl9pPr algn="l">
              <a:defRPr sz="2100" b="1">
                <a:solidFill>
                  <a:srgbClr val="1778B7"/>
                </a:solidFill>
                <a:latin typeface="Arial"/>
                <a:ea typeface="Arial"/>
                <a:cs typeface="Arial"/>
              </a:defRPr>
            </a:lvl9pPr>
          </a:lstStyle>
          <a:p xmlns:a="http://schemas.openxmlformats.org/drawingml/2006/main">
            <a:pPr algn="l">
              <a:defRPr sz="2100" b="1">
                <a:solidFill>
                  <a:srgbClr val="1778B7"/>
                </a:solidFill>
                <a:latin typeface="Arial"/>
                <a:ea typeface="Arial"/>
                <a:cs typeface="Arial"/>
              </a:defRPr>
            </a:pPr>
            <a:r>
              <a:rPr sz="2100" b="1">
                <a:solidFill>
                  <a:srgbClr val="1778B7"/>
                </a:solidFill>
                <a:latin typeface="Arial"/>
                <a:ea typeface="Arial"/>
                <a:cs typeface="Arial"/>
              </a:rPr>
              <a:t>01</a:t>
            </a:r>
          </a:p>
        </p:txBody>
      </p:sp>
      <p:sp>
        <p:nvSpPr>
          <p:cNvPr id="38" name="">
            <a:extLst xmlns:a="http://schemas.openxmlformats.org/drawingml/2006/main">
              <a:ext uri="{FF2B5EF4-FFF2-40B4-BE49-F238E27FC236}">
                <a16:creationId xmlns:a16="http://schemas.microsoft.com/office/drawing/2014/main" id="{298C59CC-B4F9-416C-82C3-3C996341BA1E}"/>
              </a:ext>
            </a:extLst>
          </p:cNvPr>
          <p:cNvSpPr>
            <a:spLocks xmlns:a="http://schemas.openxmlformats.org/drawingml/2006/main" noGrp="1"/>
          </p:cNvSpPr>
          <p:nvPr/>
        </p:nvSpPr>
        <p:spPr>
          <a:xfrm xmlns:a="http://schemas.openxmlformats.org/drawingml/2006/main">
            <a:off x="7667625" y="34290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102E4C"/>
                </a:solidFill>
                <a:latin typeface="Arial"/>
                <a:ea typeface="Arial"/>
                <a:cs typeface="Arial"/>
              </a:defRPr>
            </a:defPPr>
            <a:lvl1pPr algn="l">
              <a:defRPr sz="2025" b="0">
                <a:solidFill>
                  <a:srgbClr val="102E4C"/>
                </a:solidFill>
                <a:latin typeface="Arial"/>
                <a:ea typeface="Arial"/>
                <a:cs typeface="Arial"/>
              </a:defRPr>
            </a:lvl1pPr>
            <a:lvl2pPr algn="l">
              <a:defRPr sz="2025" b="0">
                <a:solidFill>
                  <a:srgbClr val="102E4C"/>
                </a:solidFill>
                <a:latin typeface="Arial"/>
                <a:ea typeface="Arial"/>
                <a:cs typeface="Arial"/>
              </a:defRPr>
            </a:lvl2pPr>
            <a:lvl3pPr algn="l">
              <a:defRPr sz="2025" b="0">
                <a:solidFill>
                  <a:srgbClr val="102E4C"/>
                </a:solidFill>
                <a:latin typeface="Arial"/>
                <a:ea typeface="Arial"/>
                <a:cs typeface="Arial"/>
              </a:defRPr>
            </a:lvl3pPr>
            <a:lvl4pPr algn="l">
              <a:defRPr sz="2025" b="0">
                <a:solidFill>
                  <a:srgbClr val="102E4C"/>
                </a:solidFill>
                <a:latin typeface="Arial"/>
                <a:ea typeface="Arial"/>
                <a:cs typeface="Arial"/>
              </a:defRPr>
            </a:lvl4pPr>
            <a:lvl5pPr algn="l">
              <a:defRPr sz="2025" b="0">
                <a:solidFill>
                  <a:srgbClr val="102E4C"/>
                </a:solidFill>
                <a:latin typeface="Arial"/>
                <a:ea typeface="Arial"/>
                <a:cs typeface="Arial"/>
              </a:defRPr>
            </a:lvl5pPr>
            <a:lvl6pPr algn="l">
              <a:defRPr sz="2025" b="0">
                <a:solidFill>
                  <a:srgbClr val="102E4C"/>
                </a:solidFill>
                <a:latin typeface="Arial"/>
                <a:ea typeface="Arial"/>
                <a:cs typeface="Arial"/>
              </a:defRPr>
            </a:lvl6pPr>
            <a:lvl7pPr algn="l">
              <a:defRPr sz="2025" b="0">
                <a:solidFill>
                  <a:srgbClr val="102E4C"/>
                </a:solidFill>
                <a:latin typeface="Arial"/>
                <a:ea typeface="Arial"/>
                <a:cs typeface="Arial"/>
              </a:defRPr>
            </a:lvl7pPr>
            <a:lvl8pPr algn="l">
              <a:defRPr sz="2025" b="0">
                <a:solidFill>
                  <a:srgbClr val="102E4C"/>
                </a:solidFill>
                <a:latin typeface="Arial"/>
                <a:ea typeface="Arial"/>
                <a:cs typeface="Arial"/>
              </a:defRPr>
            </a:lvl8pPr>
            <a:lvl9pPr algn="l">
              <a:defRPr sz="2025" b="0">
                <a:solidFill>
                  <a:srgbClr val="102E4C"/>
                </a:solidFill>
                <a:latin typeface="Arial"/>
                <a:ea typeface="Arial"/>
                <a:cs typeface="Arial"/>
              </a:defRPr>
            </a:lvl9pPr>
          </a:lstStyle>
          <a:p xmlns:a="http://schemas.openxmlformats.org/drawingml/2006/main">
            <a:pPr algn="l">
              <a:defRPr sz="2025" b="0">
                <a:solidFill>
                  <a:srgbClr val="102E4C"/>
                </a:solidFill>
                <a:latin typeface="Arial"/>
                <a:ea typeface="Arial"/>
                <a:cs typeface="Arial"/>
              </a:defRPr>
            </a:pPr>
            <a:r>
              <a:rPr sz="2025" b="0">
                <a:solidFill>
                  <a:srgbClr val="102E4C"/>
                </a:solidFill>
                <a:latin typeface="Arial"/>
                <a:ea typeface="Arial"/>
                <a:cs typeface="Arial"/>
              </a:rPr>
              <a:t>Identify hot and cold spots</a:t>
            </a:r>
          </a:p>
        </p:txBody>
      </p:sp>
      <p:sp>
        <p:nvSpPr>
          <p:cNvPr id="39" name="">
            <a:extLst xmlns:a="http://schemas.openxmlformats.org/drawingml/2006/main">
              <a:ext uri="{FF2B5EF4-FFF2-40B4-BE49-F238E27FC236}">
                <a16:creationId xmlns:a16="http://schemas.microsoft.com/office/drawing/2014/main" id="{AB24E441-6B10-4A6B-B11C-AE8F2876F015}"/>
              </a:ext>
            </a:extLst>
          </p:cNvPr>
          <p:cNvSpPr>
            <a:spLocks xmlns:a="http://schemas.openxmlformats.org/drawingml/2006/main" noGrp="1"/>
          </p:cNvSpPr>
          <p:nvPr/>
        </p:nvSpPr>
        <p:spPr>
          <a:xfrm xmlns:a="http://schemas.openxmlformats.org/drawingml/2006/main">
            <a:off x="6905625" y="4171950"/>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778B7"/>
                </a:solidFill>
                <a:latin typeface="Arial"/>
                <a:ea typeface="Arial"/>
                <a:cs typeface="Arial"/>
              </a:defRPr>
            </a:defPPr>
            <a:lvl1pPr algn="l">
              <a:defRPr sz="2100" b="1">
                <a:solidFill>
                  <a:srgbClr val="1778B7"/>
                </a:solidFill>
                <a:latin typeface="Arial"/>
                <a:ea typeface="Arial"/>
                <a:cs typeface="Arial"/>
              </a:defRPr>
            </a:lvl1pPr>
            <a:lvl2pPr algn="l">
              <a:defRPr sz="2100" b="1">
                <a:solidFill>
                  <a:srgbClr val="1778B7"/>
                </a:solidFill>
                <a:latin typeface="Arial"/>
                <a:ea typeface="Arial"/>
                <a:cs typeface="Arial"/>
              </a:defRPr>
            </a:lvl2pPr>
            <a:lvl3pPr algn="l">
              <a:defRPr sz="2100" b="1">
                <a:solidFill>
                  <a:srgbClr val="1778B7"/>
                </a:solidFill>
                <a:latin typeface="Arial"/>
                <a:ea typeface="Arial"/>
                <a:cs typeface="Arial"/>
              </a:defRPr>
            </a:lvl3pPr>
            <a:lvl4pPr algn="l">
              <a:defRPr sz="2100" b="1">
                <a:solidFill>
                  <a:srgbClr val="1778B7"/>
                </a:solidFill>
                <a:latin typeface="Arial"/>
                <a:ea typeface="Arial"/>
                <a:cs typeface="Arial"/>
              </a:defRPr>
            </a:lvl4pPr>
            <a:lvl5pPr algn="l">
              <a:defRPr sz="2100" b="1">
                <a:solidFill>
                  <a:srgbClr val="1778B7"/>
                </a:solidFill>
                <a:latin typeface="Arial"/>
                <a:ea typeface="Arial"/>
                <a:cs typeface="Arial"/>
              </a:defRPr>
            </a:lvl5pPr>
            <a:lvl6pPr algn="l">
              <a:defRPr sz="2100" b="1">
                <a:solidFill>
                  <a:srgbClr val="1778B7"/>
                </a:solidFill>
                <a:latin typeface="Arial"/>
                <a:ea typeface="Arial"/>
                <a:cs typeface="Arial"/>
              </a:defRPr>
            </a:lvl6pPr>
            <a:lvl7pPr algn="l">
              <a:defRPr sz="2100" b="1">
                <a:solidFill>
                  <a:srgbClr val="1778B7"/>
                </a:solidFill>
                <a:latin typeface="Arial"/>
                <a:ea typeface="Arial"/>
                <a:cs typeface="Arial"/>
              </a:defRPr>
            </a:lvl7pPr>
            <a:lvl8pPr algn="l">
              <a:defRPr sz="2100" b="1">
                <a:solidFill>
                  <a:srgbClr val="1778B7"/>
                </a:solidFill>
                <a:latin typeface="Arial"/>
                <a:ea typeface="Arial"/>
                <a:cs typeface="Arial"/>
              </a:defRPr>
            </a:lvl8pPr>
            <a:lvl9pPr algn="l">
              <a:defRPr sz="2100" b="1">
                <a:solidFill>
                  <a:srgbClr val="1778B7"/>
                </a:solidFill>
                <a:latin typeface="Arial"/>
                <a:ea typeface="Arial"/>
                <a:cs typeface="Arial"/>
              </a:defRPr>
            </a:lvl9pPr>
          </a:lstStyle>
          <a:p xmlns:a="http://schemas.openxmlformats.org/drawingml/2006/main">
            <a:pPr algn="l">
              <a:defRPr sz="2100" b="1">
                <a:solidFill>
                  <a:srgbClr val="1778B7"/>
                </a:solidFill>
                <a:latin typeface="Arial"/>
                <a:ea typeface="Arial"/>
                <a:cs typeface="Arial"/>
              </a:defRPr>
            </a:pPr>
            <a:r>
              <a:rPr sz="2100" b="1">
                <a:solidFill>
                  <a:srgbClr val="1778B7"/>
                </a:solidFill>
                <a:latin typeface="Arial"/>
                <a:ea typeface="Arial"/>
                <a:cs typeface="Arial"/>
              </a:rPr>
              <a:t>02</a:t>
            </a:r>
          </a:p>
        </p:txBody>
      </p:sp>
      <p:sp>
        <p:nvSpPr>
          <p:cNvPr id="40" name="">
            <a:extLst xmlns:a="http://schemas.openxmlformats.org/drawingml/2006/main">
              <a:ext uri="{FF2B5EF4-FFF2-40B4-BE49-F238E27FC236}">
                <a16:creationId xmlns:a16="http://schemas.microsoft.com/office/drawing/2014/main" id="{42860388-24FF-4885-8BB1-751AB6D7A1C5}"/>
              </a:ext>
            </a:extLst>
          </p:cNvPr>
          <p:cNvSpPr>
            <a:spLocks xmlns:a="http://schemas.openxmlformats.org/drawingml/2006/main" noGrp="1"/>
          </p:cNvSpPr>
          <p:nvPr/>
        </p:nvSpPr>
        <p:spPr>
          <a:xfrm xmlns:a="http://schemas.openxmlformats.org/drawingml/2006/main">
            <a:off x="7667625" y="41719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102E4C"/>
                </a:solidFill>
                <a:latin typeface="Arial"/>
                <a:ea typeface="Arial"/>
                <a:cs typeface="Arial"/>
              </a:defRPr>
            </a:defPPr>
            <a:lvl1pPr algn="l">
              <a:defRPr sz="2025" b="0">
                <a:solidFill>
                  <a:srgbClr val="102E4C"/>
                </a:solidFill>
                <a:latin typeface="Arial"/>
                <a:ea typeface="Arial"/>
                <a:cs typeface="Arial"/>
              </a:defRPr>
            </a:lvl1pPr>
            <a:lvl2pPr algn="l">
              <a:defRPr sz="2025" b="0">
                <a:solidFill>
                  <a:srgbClr val="102E4C"/>
                </a:solidFill>
                <a:latin typeface="Arial"/>
                <a:ea typeface="Arial"/>
                <a:cs typeface="Arial"/>
              </a:defRPr>
            </a:lvl2pPr>
            <a:lvl3pPr algn="l">
              <a:defRPr sz="2025" b="0">
                <a:solidFill>
                  <a:srgbClr val="102E4C"/>
                </a:solidFill>
                <a:latin typeface="Arial"/>
                <a:ea typeface="Arial"/>
                <a:cs typeface="Arial"/>
              </a:defRPr>
            </a:lvl3pPr>
            <a:lvl4pPr algn="l">
              <a:defRPr sz="2025" b="0">
                <a:solidFill>
                  <a:srgbClr val="102E4C"/>
                </a:solidFill>
                <a:latin typeface="Arial"/>
                <a:ea typeface="Arial"/>
                <a:cs typeface="Arial"/>
              </a:defRPr>
            </a:lvl4pPr>
            <a:lvl5pPr algn="l">
              <a:defRPr sz="2025" b="0">
                <a:solidFill>
                  <a:srgbClr val="102E4C"/>
                </a:solidFill>
                <a:latin typeface="Arial"/>
                <a:ea typeface="Arial"/>
                <a:cs typeface="Arial"/>
              </a:defRPr>
            </a:lvl5pPr>
            <a:lvl6pPr algn="l">
              <a:defRPr sz="2025" b="0">
                <a:solidFill>
                  <a:srgbClr val="102E4C"/>
                </a:solidFill>
                <a:latin typeface="Arial"/>
                <a:ea typeface="Arial"/>
                <a:cs typeface="Arial"/>
              </a:defRPr>
            </a:lvl6pPr>
            <a:lvl7pPr algn="l">
              <a:defRPr sz="2025" b="0">
                <a:solidFill>
                  <a:srgbClr val="102E4C"/>
                </a:solidFill>
                <a:latin typeface="Arial"/>
                <a:ea typeface="Arial"/>
                <a:cs typeface="Arial"/>
              </a:defRPr>
            </a:lvl7pPr>
            <a:lvl8pPr algn="l">
              <a:defRPr sz="2025" b="0">
                <a:solidFill>
                  <a:srgbClr val="102E4C"/>
                </a:solidFill>
                <a:latin typeface="Arial"/>
                <a:ea typeface="Arial"/>
                <a:cs typeface="Arial"/>
              </a:defRPr>
            </a:lvl8pPr>
            <a:lvl9pPr algn="l">
              <a:defRPr sz="2025" b="0">
                <a:solidFill>
                  <a:srgbClr val="102E4C"/>
                </a:solidFill>
                <a:latin typeface="Arial"/>
                <a:ea typeface="Arial"/>
                <a:cs typeface="Arial"/>
              </a:defRPr>
            </a:lvl9pPr>
          </a:lstStyle>
          <a:p xmlns:a="http://schemas.openxmlformats.org/drawingml/2006/main">
            <a:pPr algn="l">
              <a:defRPr sz="2025" b="0">
                <a:solidFill>
                  <a:srgbClr val="102E4C"/>
                </a:solidFill>
                <a:latin typeface="Arial"/>
                <a:ea typeface="Arial"/>
                <a:cs typeface="Arial"/>
              </a:defRPr>
            </a:pPr>
            <a:r>
              <a:rPr sz="2025" b="0">
                <a:solidFill>
                  <a:srgbClr val="102E4C"/>
                </a:solidFill>
                <a:latin typeface="Arial"/>
                <a:ea typeface="Arial"/>
                <a:cs typeface="Arial"/>
              </a:rPr>
              <a:t>Justify sensor positions</a:t>
            </a:r>
          </a:p>
        </p:txBody>
      </p:sp>
      <p:sp>
        <p:nvSpPr>
          <p:cNvPr id="41" name="">
            <a:extLst xmlns:a="http://schemas.openxmlformats.org/drawingml/2006/main">
              <a:ext uri="{FF2B5EF4-FFF2-40B4-BE49-F238E27FC236}">
                <a16:creationId xmlns:a16="http://schemas.microsoft.com/office/drawing/2014/main" id="{D88A78AF-C9F7-458A-AA32-E0BE639E783E}"/>
              </a:ext>
            </a:extLst>
          </p:cNvPr>
          <p:cNvSpPr>
            <a:spLocks xmlns:a="http://schemas.openxmlformats.org/drawingml/2006/main" noGrp="1"/>
          </p:cNvSpPr>
          <p:nvPr/>
        </p:nvSpPr>
        <p:spPr>
          <a:xfrm xmlns:a="http://schemas.openxmlformats.org/drawingml/2006/main">
            <a:off x="6905625" y="4914900"/>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778B7"/>
                </a:solidFill>
                <a:latin typeface="Arial"/>
                <a:ea typeface="Arial"/>
                <a:cs typeface="Arial"/>
              </a:defRPr>
            </a:defPPr>
            <a:lvl1pPr algn="l">
              <a:defRPr sz="2100" b="1">
                <a:solidFill>
                  <a:srgbClr val="1778B7"/>
                </a:solidFill>
                <a:latin typeface="Arial"/>
                <a:ea typeface="Arial"/>
                <a:cs typeface="Arial"/>
              </a:defRPr>
            </a:lvl1pPr>
            <a:lvl2pPr algn="l">
              <a:defRPr sz="2100" b="1">
                <a:solidFill>
                  <a:srgbClr val="1778B7"/>
                </a:solidFill>
                <a:latin typeface="Arial"/>
                <a:ea typeface="Arial"/>
                <a:cs typeface="Arial"/>
              </a:defRPr>
            </a:lvl2pPr>
            <a:lvl3pPr algn="l">
              <a:defRPr sz="2100" b="1">
                <a:solidFill>
                  <a:srgbClr val="1778B7"/>
                </a:solidFill>
                <a:latin typeface="Arial"/>
                <a:ea typeface="Arial"/>
                <a:cs typeface="Arial"/>
              </a:defRPr>
            </a:lvl3pPr>
            <a:lvl4pPr algn="l">
              <a:defRPr sz="2100" b="1">
                <a:solidFill>
                  <a:srgbClr val="1778B7"/>
                </a:solidFill>
                <a:latin typeface="Arial"/>
                <a:ea typeface="Arial"/>
                <a:cs typeface="Arial"/>
              </a:defRPr>
            </a:lvl4pPr>
            <a:lvl5pPr algn="l">
              <a:defRPr sz="2100" b="1">
                <a:solidFill>
                  <a:srgbClr val="1778B7"/>
                </a:solidFill>
                <a:latin typeface="Arial"/>
                <a:ea typeface="Arial"/>
                <a:cs typeface="Arial"/>
              </a:defRPr>
            </a:lvl5pPr>
            <a:lvl6pPr algn="l">
              <a:defRPr sz="2100" b="1">
                <a:solidFill>
                  <a:srgbClr val="1778B7"/>
                </a:solidFill>
                <a:latin typeface="Arial"/>
                <a:ea typeface="Arial"/>
                <a:cs typeface="Arial"/>
              </a:defRPr>
            </a:lvl6pPr>
            <a:lvl7pPr algn="l">
              <a:defRPr sz="2100" b="1">
                <a:solidFill>
                  <a:srgbClr val="1778B7"/>
                </a:solidFill>
                <a:latin typeface="Arial"/>
                <a:ea typeface="Arial"/>
                <a:cs typeface="Arial"/>
              </a:defRPr>
            </a:lvl7pPr>
            <a:lvl8pPr algn="l">
              <a:defRPr sz="2100" b="1">
                <a:solidFill>
                  <a:srgbClr val="1778B7"/>
                </a:solidFill>
                <a:latin typeface="Arial"/>
                <a:ea typeface="Arial"/>
                <a:cs typeface="Arial"/>
              </a:defRPr>
            </a:lvl8pPr>
            <a:lvl9pPr algn="l">
              <a:defRPr sz="2100" b="1">
                <a:solidFill>
                  <a:srgbClr val="1778B7"/>
                </a:solidFill>
                <a:latin typeface="Arial"/>
                <a:ea typeface="Arial"/>
                <a:cs typeface="Arial"/>
              </a:defRPr>
            </a:lvl9pPr>
          </a:lstStyle>
          <a:p xmlns:a="http://schemas.openxmlformats.org/drawingml/2006/main">
            <a:pPr algn="l">
              <a:defRPr sz="2100" b="1">
                <a:solidFill>
                  <a:srgbClr val="1778B7"/>
                </a:solidFill>
                <a:latin typeface="Arial"/>
                <a:ea typeface="Arial"/>
                <a:cs typeface="Arial"/>
              </a:defRPr>
            </a:pPr>
            <a:r>
              <a:rPr sz="2100" b="1">
                <a:solidFill>
                  <a:srgbClr val="1778B7"/>
                </a:solidFill>
                <a:latin typeface="Arial"/>
                <a:ea typeface="Arial"/>
                <a:cs typeface="Arial"/>
              </a:rPr>
              <a:t>03</a:t>
            </a:r>
          </a:p>
        </p:txBody>
      </p:sp>
      <p:sp>
        <p:nvSpPr>
          <p:cNvPr id="42" name="">
            <a:extLst xmlns:a="http://schemas.openxmlformats.org/drawingml/2006/main">
              <a:ext uri="{FF2B5EF4-FFF2-40B4-BE49-F238E27FC236}">
                <a16:creationId xmlns:a16="http://schemas.microsoft.com/office/drawing/2014/main" id="{4C06E464-BA07-47F4-9583-B57F3707DB22}"/>
              </a:ext>
            </a:extLst>
          </p:cNvPr>
          <p:cNvSpPr>
            <a:spLocks xmlns:a="http://schemas.openxmlformats.org/drawingml/2006/main" noGrp="1"/>
          </p:cNvSpPr>
          <p:nvPr/>
        </p:nvSpPr>
        <p:spPr>
          <a:xfrm xmlns:a="http://schemas.openxmlformats.org/drawingml/2006/main">
            <a:off x="7667625" y="491490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102E4C"/>
                </a:solidFill>
                <a:latin typeface="Arial"/>
                <a:ea typeface="Arial"/>
                <a:cs typeface="Arial"/>
              </a:defRPr>
            </a:defPPr>
            <a:lvl1pPr algn="l">
              <a:defRPr sz="2025" b="0">
                <a:solidFill>
                  <a:srgbClr val="102E4C"/>
                </a:solidFill>
                <a:latin typeface="Arial"/>
                <a:ea typeface="Arial"/>
                <a:cs typeface="Arial"/>
              </a:defRPr>
            </a:lvl1pPr>
            <a:lvl2pPr algn="l">
              <a:defRPr sz="2025" b="0">
                <a:solidFill>
                  <a:srgbClr val="102E4C"/>
                </a:solidFill>
                <a:latin typeface="Arial"/>
                <a:ea typeface="Arial"/>
                <a:cs typeface="Arial"/>
              </a:defRPr>
            </a:lvl2pPr>
            <a:lvl3pPr algn="l">
              <a:defRPr sz="2025" b="0">
                <a:solidFill>
                  <a:srgbClr val="102E4C"/>
                </a:solidFill>
                <a:latin typeface="Arial"/>
                <a:ea typeface="Arial"/>
                <a:cs typeface="Arial"/>
              </a:defRPr>
            </a:lvl3pPr>
            <a:lvl4pPr algn="l">
              <a:defRPr sz="2025" b="0">
                <a:solidFill>
                  <a:srgbClr val="102E4C"/>
                </a:solidFill>
                <a:latin typeface="Arial"/>
                <a:ea typeface="Arial"/>
                <a:cs typeface="Arial"/>
              </a:defRPr>
            </a:lvl4pPr>
            <a:lvl5pPr algn="l">
              <a:defRPr sz="2025" b="0">
                <a:solidFill>
                  <a:srgbClr val="102E4C"/>
                </a:solidFill>
                <a:latin typeface="Arial"/>
                <a:ea typeface="Arial"/>
                <a:cs typeface="Arial"/>
              </a:defRPr>
            </a:lvl5pPr>
            <a:lvl6pPr algn="l">
              <a:defRPr sz="2025" b="0">
                <a:solidFill>
                  <a:srgbClr val="102E4C"/>
                </a:solidFill>
                <a:latin typeface="Arial"/>
                <a:ea typeface="Arial"/>
                <a:cs typeface="Arial"/>
              </a:defRPr>
            </a:lvl6pPr>
            <a:lvl7pPr algn="l">
              <a:defRPr sz="2025" b="0">
                <a:solidFill>
                  <a:srgbClr val="102E4C"/>
                </a:solidFill>
                <a:latin typeface="Arial"/>
                <a:ea typeface="Arial"/>
                <a:cs typeface="Arial"/>
              </a:defRPr>
            </a:lvl7pPr>
            <a:lvl8pPr algn="l">
              <a:defRPr sz="2025" b="0">
                <a:solidFill>
                  <a:srgbClr val="102E4C"/>
                </a:solidFill>
                <a:latin typeface="Arial"/>
                <a:ea typeface="Arial"/>
                <a:cs typeface="Arial"/>
              </a:defRPr>
            </a:lvl8pPr>
            <a:lvl9pPr algn="l">
              <a:defRPr sz="2025" b="0">
                <a:solidFill>
                  <a:srgbClr val="102E4C"/>
                </a:solidFill>
                <a:latin typeface="Arial"/>
                <a:ea typeface="Arial"/>
                <a:cs typeface="Arial"/>
              </a:defRPr>
            </a:lvl9pPr>
          </a:lstStyle>
          <a:p xmlns:a="http://schemas.openxmlformats.org/drawingml/2006/main">
            <a:pPr algn="l">
              <a:defRPr sz="2025" b="0">
                <a:solidFill>
                  <a:srgbClr val="102E4C"/>
                </a:solidFill>
                <a:latin typeface="Arial"/>
                <a:ea typeface="Arial"/>
                <a:cs typeface="Arial"/>
              </a:defRPr>
            </a:pPr>
            <a:r>
              <a:rPr sz="2025" b="0">
                <a:solidFill>
                  <a:srgbClr val="102E4C"/>
                </a:solidFill>
                <a:latin typeface="Arial"/>
                <a:ea typeface="Arial"/>
                <a:cs typeface="Arial"/>
              </a:rPr>
              <a:t>Confirm storage suitability</a:t>
            </a:r>
          </a:p>
        </p:txBody>
      </p:sp>
      <p:sp>
        <p:nvSpPr>
          <p:cNvPr id="43" name="">
            <a:extLst xmlns:a="http://schemas.openxmlformats.org/drawingml/2006/main">
              <a:ext uri="{FF2B5EF4-FFF2-40B4-BE49-F238E27FC236}">
                <a16:creationId xmlns:a16="http://schemas.microsoft.com/office/drawing/2014/main" id="{8282F532-79F7-432B-93AD-3F8B43F62E1B}"/>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Relative conditions only. No product-specific limits are implied.</a:t>
            </a:r>
          </a:p>
        </p:txBody>
      </p:sp>
    </p:spTree>
    <p:extLst>
      <p:ext uri="{BB962C8B-B14F-4D97-AF65-F5344CB8AC3E}">
        <p14:creationId xmlns:p14="http://schemas.microsoft.com/office/powerpoint/2010/main" val="18654853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B6CDE07-B457-4D46-B70B-1FFF7A267928}"/>
              </a:ext>
            </a:extLst>
          </p:cNvPr>
          <p:cNvCxnSpPr>
            <a:stCxn xmlns:a="http://schemas.openxmlformats.org/drawingml/2006/main" id="11" idx="1"/>
            <a:endCxn xmlns:a="http://schemas.openxmlformats.org/drawingml/2006/main" id="13" idx="3"/>
          </p:cNvCxnSpPr>
          <p:nvPr/>
        </p:nvCxnSpPr>
        <p:spPr>
          <a:xfrm xmlns:a="http://schemas.openxmlformats.org/drawingml/2006/main" flipH="1">
            <a:off x="4467225" y="4872038"/>
            <a:ext cx="248602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C66CF506-88FC-4DFA-88E6-7C8943CFCCA4}"/>
              </a:ext>
            </a:extLst>
          </p:cNvPr>
          <p:cNvCxnSpPr>
            <a:stCxn xmlns:a="http://schemas.openxmlformats.org/drawingml/2006/main" id="9" idx="2"/>
            <a:endCxn xmlns:a="http://schemas.openxmlformats.org/drawingml/2006/main" id="11" idx="0"/>
          </p:cNvCxnSpPr>
          <p:nvPr/>
        </p:nvCxnSpPr>
        <p:spPr>
          <a:xfrm xmlns:a="http://schemas.openxmlformats.org/drawingml/2006/main">
            <a:off x="9215438" y="3552825"/>
            <a:ext cx="0" cy="9239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5B20EF76-64FF-43CC-8C2F-2E1CDDD4B8C2}"/>
              </a:ext>
            </a:extLst>
          </p:cNvPr>
          <p:cNvCxnSpPr>
            <a:stCxn xmlns:a="http://schemas.openxmlformats.org/drawingml/2006/main" id="7" idx="3"/>
            <a:endCxn xmlns:a="http://schemas.openxmlformats.org/drawingml/2006/main" id="9" idx="1"/>
          </p:cNvCxnSpPr>
          <p:nvPr/>
        </p:nvCxnSpPr>
        <p:spPr>
          <a:xfrm xmlns:a="http://schemas.openxmlformats.org/drawingml/2006/main">
            <a:off x="4467225" y="3157538"/>
            <a:ext cx="2486025"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19" name="">
            <a:extLst xmlns:a="http://schemas.openxmlformats.org/drawingml/2006/main">
              <a:ext uri="{FF2B5EF4-FFF2-40B4-BE49-F238E27FC236}">
                <a16:creationId xmlns:a16="http://schemas.microsoft.com/office/drawing/2014/main" id="{FFF618FD-FC16-43B0-B3A3-45C1C0318345}"/>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DC712425-E40A-4FB1-8048-5D62CB1408F1}"/>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3C02F3E9-E3D9-4B87-958F-D2261CD47A62}"/>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44427037-1920-4E78-B959-B0A85ACC2BC8}"/>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Monitoring systems</a:t>
            </a:r>
          </a:p>
        </p:txBody>
      </p:sp>
      <p:sp>
        <p:nvSpPr>
          <p:cNvPr id="5" name="">
            <a:extLst xmlns:a="http://schemas.openxmlformats.org/drawingml/2006/main">
              <a:ext uri="{FF2B5EF4-FFF2-40B4-BE49-F238E27FC236}">
                <a16:creationId xmlns:a16="http://schemas.microsoft.com/office/drawing/2014/main" id="{51FF6C9F-F95F-4FA1-A245-8F418DE186E3}"/>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19 / 26</a:t>
            </a:r>
          </a:p>
        </p:txBody>
      </p:sp>
      <p:sp>
        <p:nvSpPr>
          <p:cNvPr id="6" name="">
            <a:extLst xmlns:a="http://schemas.openxmlformats.org/drawingml/2006/main">
              <a:ext uri="{FF2B5EF4-FFF2-40B4-BE49-F238E27FC236}">
                <a16:creationId xmlns:a16="http://schemas.microsoft.com/office/drawing/2014/main" id="{187D43BA-6B63-4880-A05B-EB7CDF3F5A05}"/>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C7BD82EA-2B34-407D-BBE9-31D5516D1672}"/>
              </a:ext>
            </a:extLst>
          </p:cNvPr>
          <p:cNvSpPr>
            <a:spLocks xmlns:a="http://schemas.openxmlformats.org/drawingml/2006/main" noGrp="1"/>
          </p:cNvSpPr>
          <p:nvPr/>
        </p:nvSpPr>
        <p:spPr>
          <a:xfrm xmlns:a="http://schemas.openxmlformats.org/drawingml/2006/main">
            <a:off x="609600" y="2762250"/>
            <a:ext cx="3857625" cy="790575"/>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2CAD5D-F63F-4A14-AB76-35907D5D24B6}"/>
              </a:ext>
            </a:extLst>
          </p:cNvPr>
          <p:cNvSpPr>
            <a:spLocks xmlns:a="http://schemas.openxmlformats.org/drawingml/2006/main" noGrp="1"/>
          </p:cNvSpPr>
          <p:nvPr/>
        </p:nvSpPr>
        <p:spPr>
          <a:xfrm xmlns:a="http://schemas.openxmlformats.org/drawingml/2006/main">
            <a:off x="781050" y="2924175"/>
            <a:ext cx="3514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Continuous monitoring</a:t>
            </a:r>
          </a:p>
        </p:txBody>
      </p:sp>
      <p:sp>
        <p:nvSpPr>
          <p:cNvPr id="9" name="">
            <a:extLst xmlns:a="http://schemas.openxmlformats.org/drawingml/2006/main">
              <a:ext uri="{FF2B5EF4-FFF2-40B4-BE49-F238E27FC236}">
                <a16:creationId xmlns:a16="http://schemas.microsoft.com/office/drawing/2014/main" id="{540BC8D7-7BA0-4331-B5AB-2C3EBF596BD5}"/>
              </a:ext>
            </a:extLst>
          </p:cNvPr>
          <p:cNvSpPr>
            <a:spLocks xmlns:a="http://schemas.openxmlformats.org/drawingml/2006/main" noGrp="1"/>
          </p:cNvSpPr>
          <p:nvPr/>
        </p:nvSpPr>
        <p:spPr>
          <a:xfrm xmlns:a="http://schemas.openxmlformats.org/drawingml/2006/main">
            <a:off x="6953250" y="2762250"/>
            <a:ext cx="4524375" cy="790575"/>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C2CB8D-8BB6-448B-ACB8-059312B0B820}"/>
              </a:ext>
            </a:extLst>
          </p:cNvPr>
          <p:cNvSpPr>
            <a:spLocks xmlns:a="http://schemas.openxmlformats.org/drawingml/2006/main" noGrp="1"/>
          </p:cNvSpPr>
          <p:nvPr/>
        </p:nvSpPr>
        <p:spPr>
          <a:xfrm xmlns:a="http://schemas.openxmlformats.org/drawingml/2006/main">
            <a:off x="7124700" y="2924175"/>
            <a:ext cx="41814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latin typeface="Arial"/>
                <a:ea typeface="Arial"/>
                <a:cs typeface="Arial"/>
              </a:defRPr>
            </a:defPPr>
            <a:lvl1pPr algn="l">
              <a:defRPr sz="2100" b="1">
                <a:solidFill>
                  <a:srgbClr val="FFFFFF"/>
                </a:solidFill>
                <a:latin typeface="Arial"/>
                <a:ea typeface="Arial"/>
                <a:cs typeface="Arial"/>
              </a:defRPr>
            </a:lvl1pPr>
            <a:lvl2pPr algn="l">
              <a:defRPr sz="2100" b="1">
                <a:solidFill>
                  <a:srgbClr val="FFFFFF"/>
                </a:solidFill>
                <a:latin typeface="Arial"/>
                <a:ea typeface="Arial"/>
                <a:cs typeface="Arial"/>
              </a:defRPr>
            </a:lvl2pPr>
            <a:lvl3pPr algn="l">
              <a:defRPr sz="2100" b="1">
                <a:solidFill>
                  <a:srgbClr val="FFFFFF"/>
                </a:solidFill>
                <a:latin typeface="Arial"/>
                <a:ea typeface="Arial"/>
                <a:cs typeface="Arial"/>
              </a:defRPr>
            </a:lvl3pPr>
            <a:lvl4pPr algn="l">
              <a:defRPr sz="2100" b="1">
                <a:solidFill>
                  <a:srgbClr val="FFFFFF"/>
                </a:solidFill>
                <a:latin typeface="Arial"/>
                <a:ea typeface="Arial"/>
                <a:cs typeface="Arial"/>
              </a:defRPr>
            </a:lvl4pPr>
            <a:lvl5pPr algn="l">
              <a:defRPr sz="2100" b="1">
                <a:solidFill>
                  <a:srgbClr val="FFFFFF"/>
                </a:solidFill>
                <a:latin typeface="Arial"/>
                <a:ea typeface="Arial"/>
                <a:cs typeface="Arial"/>
              </a:defRPr>
            </a:lvl5pPr>
            <a:lvl6pPr algn="l">
              <a:defRPr sz="2100" b="1">
                <a:solidFill>
                  <a:srgbClr val="FFFFFF"/>
                </a:solidFill>
                <a:latin typeface="Arial"/>
                <a:ea typeface="Arial"/>
                <a:cs typeface="Arial"/>
              </a:defRPr>
            </a:lvl6pPr>
            <a:lvl7pPr algn="l">
              <a:defRPr sz="2100" b="1">
                <a:solidFill>
                  <a:srgbClr val="FFFFFF"/>
                </a:solidFill>
                <a:latin typeface="Arial"/>
                <a:ea typeface="Arial"/>
                <a:cs typeface="Arial"/>
              </a:defRPr>
            </a:lvl7pPr>
            <a:lvl8pPr algn="l">
              <a:defRPr sz="2100" b="1">
                <a:solidFill>
                  <a:srgbClr val="FFFFFF"/>
                </a:solidFill>
                <a:latin typeface="Arial"/>
                <a:ea typeface="Arial"/>
                <a:cs typeface="Arial"/>
              </a:defRPr>
            </a:lvl8pPr>
            <a:lvl9pPr algn="l">
              <a:defRPr sz="2100" b="1">
                <a:solidFill>
                  <a:srgbClr val="FFFFFF"/>
                </a:solidFill>
                <a:latin typeface="Arial"/>
                <a:ea typeface="Arial"/>
                <a:cs typeface="Arial"/>
              </a:defRPr>
            </a:lvl9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Alarm notification</a:t>
            </a:r>
          </a:p>
        </p:txBody>
      </p:sp>
      <p:sp>
        <p:nvSpPr>
          <p:cNvPr id="11" name="">
            <a:extLst xmlns:a="http://schemas.openxmlformats.org/drawingml/2006/main">
              <a:ext uri="{FF2B5EF4-FFF2-40B4-BE49-F238E27FC236}">
                <a16:creationId xmlns:a16="http://schemas.microsoft.com/office/drawing/2014/main" id="{505BB071-C6B3-4F0D-9296-557219BF378A}"/>
              </a:ext>
            </a:extLst>
          </p:cNvPr>
          <p:cNvSpPr>
            <a:spLocks xmlns:a="http://schemas.openxmlformats.org/drawingml/2006/main" noGrp="1"/>
          </p:cNvSpPr>
          <p:nvPr/>
        </p:nvSpPr>
        <p:spPr>
          <a:xfrm xmlns:a="http://schemas.openxmlformats.org/drawingml/2006/main">
            <a:off x="6953250" y="4476750"/>
            <a:ext cx="4524375" cy="7905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BD0B66A-E738-444A-A351-A047DAAC0489}"/>
              </a:ext>
            </a:extLst>
          </p:cNvPr>
          <p:cNvSpPr>
            <a:spLocks xmlns:a="http://schemas.openxmlformats.org/drawingml/2006/main" noGrp="1"/>
          </p:cNvSpPr>
          <p:nvPr/>
        </p:nvSpPr>
        <p:spPr>
          <a:xfrm xmlns:a="http://schemas.openxmlformats.org/drawingml/2006/main">
            <a:off x="7124700" y="4638675"/>
            <a:ext cx="41814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02E4C"/>
                </a:solidFill>
                <a:latin typeface="Arial"/>
                <a:ea typeface="Arial"/>
                <a:cs typeface="Arial"/>
              </a:defRPr>
            </a:defPPr>
            <a:lvl1pPr algn="l">
              <a:defRPr sz="2100" b="1">
                <a:solidFill>
                  <a:srgbClr val="102E4C"/>
                </a:solidFill>
                <a:latin typeface="Arial"/>
                <a:ea typeface="Arial"/>
                <a:cs typeface="Arial"/>
              </a:defRPr>
            </a:lvl1pPr>
            <a:lvl2pPr algn="l">
              <a:defRPr sz="2100" b="1">
                <a:solidFill>
                  <a:srgbClr val="102E4C"/>
                </a:solidFill>
                <a:latin typeface="Arial"/>
                <a:ea typeface="Arial"/>
                <a:cs typeface="Arial"/>
              </a:defRPr>
            </a:lvl2pPr>
            <a:lvl3pPr algn="l">
              <a:defRPr sz="2100" b="1">
                <a:solidFill>
                  <a:srgbClr val="102E4C"/>
                </a:solidFill>
                <a:latin typeface="Arial"/>
                <a:ea typeface="Arial"/>
                <a:cs typeface="Arial"/>
              </a:defRPr>
            </a:lvl3pPr>
            <a:lvl4pPr algn="l">
              <a:defRPr sz="2100" b="1">
                <a:solidFill>
                  <a:srgbClr val="102E4C"/>
                </a:solidFill>
                <a:latin typeface="Arial"/>
                <a:ea typeface="Arial"/>
                <a:cs typeface="Arial"/>
              </a:defRPr>
            </a:lvl4pPr>
            <a:lvl5pPr algn="l">
              <a:defRPr sz="2100" b="1">
                <a:solidFill>
                  <a:srgbClr val="102E4C"/>
                </a:solidFill>
                <a:latin typeface="Arial"/>
                <a:ea typeface="Arial"/>
                <a:cs typeface="Arial"/>
              </a:defRPr>
            </a:lvl5pPr>
            <a:lvl6pPr algn="l">
              <a:defRPr sz="2100" b="1">
                <a:solidFill>
                  <a:srgbClr val="102E4C"/>
                </a:solidFill>
                <a:latin typeface="Arial"/>
                <a:ea typeface="Arial"/>
                <a:cs typeface="Arial"/>
              </a:defRPr>
            </a:lvl6pPr>
            <a:lvl7pPr algn="l">
              <a:defRPr sz="2100" b="1">
                <a:solidFill>
                  <a:srgbClr val="102E4C"/>
                </a:solidFill>
                <a:latin typeface="Arial"/>
                <a:ea typeface="Arial"/>
                <a:cs typeface="Arial"/>
              </a:defRPr>
            </a:lvl7pPr>
            <a:lvl8pPr algn="l">
              <a:defRPr sz="2100" b="1">
                <a:solidFill>
                  <a:srgbClr val="102E4C"/>
                </a:solidFill>
                <a:latin typeface="Arial"/>
                <a:ea typeface="Arial"/>
                <a:cs typeface="Arial"/>
              </a:defRPr>
            </a:lvl8pPr>
            <a:lvl9pPr algn="l">
              <a:defRPr sz="2100" b="1">
                <a:solidFill>
                  <a:srgbClr val="102E4C"/>
                </a:solidFill>
                <a:latin typeface="Arial"/>
                <a:ea typeface="Arial"/>
                <a:cs typeface="Arial"/>
              </a:defRPr>
            </a:lvl9pPr>
          </a:lstStyle>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Defined response</a:t>
            </a:r>
          </a:p>
        </p:txBody>
      </p:sp>
      <p:sp>
        <p:nvSpPr>
          <p:cNvPr id="13" name="">
            <a:extLst xmlns:a="http://schemas.openxmlformats.org/drawingml/2006/main">
              <a:ext uri="{FF2B5EF4-FFF2-40B4-BE49-F238E27FC236}">
                <a16:creationId xmlns:a16="http://schemas.microsoft.com/office/drawing/2014/main" id="{82F019E9-C11B-400B-8A10-AF722CBFD1A3}"/>
              </a:ext>
            </a:extLst>
          </p:cNvPr>
          <p:cNvSpPr>
            <a:spLocks xmlns:a="http://schemas.openxmlformats.org/drawingml/2006/main" noGrp="1"/>
          </p:cNvSpPr>
          <p:nvPr/>
        </p:nvSpPr>
        <p:spPr>
          <a:xfrm xmlns:a="http://schemas.openxmlformats.org/drawingml/2006/main">
            <a:off x="609600" y="4476750"/>
            <a:ext cx="3857625" cy="790575"/>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710E7D-60FC-4380-85E1-7BC3B75E6759}"/>
              </a:ext>
            </a:extLst>
          </p:cNvPr>
          <p:cNvSpPr>
            <a:spLocks xmlns:a="http://schemas.openxmlformats.org/drawingml/2006/main" noGrp="1"/>
          </p:cNvSpPr>
          <p:nvPr/>
        </p:nvSpPr>
        <p:spPr>
          <a:xfrm xmlns:a="http://schemas.openxmlformats.org/drawingml/2006/main">
            <a:off x="781050" y="4638675"/>
            <a:ext cx="3514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Audit trail and reliable data</a:t>
            </a:r>
          </a:p>
        </p:txBody>
      </p:sp>
      <p:sp>
        <p:nvSpPr>
          <p:cNvPr id="18" name="">
            <a:extLst xmlns:a="http://schemas.openxmlformats.org/drawingml/2006/main">
              <a:ext uri="{FF2B5EF4-FFF2-40B4-BE49-F238E27FC236}">
                <a16:creationId xmlns:a16="http://schemas.microsoft.com/office/drawing/2014/main" id="{AEE98820-D444-4C85-87DB-04CD7C816DA5}"/>
              </a:ext>
            </a:extLst>
          </p:cNvPr>
          <p:cNvSpPr>
            <a:spLocks xmlns:a="http://schemas.openxmlformats.org/drawingml/2006/main" noGrp="1"/>
          </p:cNvSpPr>
          <p:nvPr/>
        </p:nvSpPr>
        <p:spPr>
          <a:xfrm xmlns:a="http://schemas.openxmlformats.org/drawingml/2006/main">
            <a:off x="609600" y="563880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778B7"/>
                </a:solidFill>
                <a:latin typeface="Arial"/>
                <a:ea typeface="Arial"/>
                <a:cs typeface="Arial"/>
              </a:defRPr>
            </a:defPPr>
            <a:lvl1pPr algn="l">
              <a:defRPr sz="2175" b="1">
                <a:solidFill>
                  <a:srgbClr val="1778B7"/>
                </a:solidFill>
                <a:latin typeface="Arial"/>
                <a:ea typeface="Arial"/>
                <a:cs typeface="Arial"/>
              </a:defRPr>
            </a:lvl1pPr>
            <a:lvl2pPr algn="l">
              <a:defRPr sz="2175" b="1">
                <a:solidFill>
                  <a:srgbClr val="1778B7"/>
                </a:solidFill>
                <a:latin typeface="Arial"/>
                <a:ea typeface="Arial"/>
                <a:cs typeface="Arial"/>
              </a:defRPr>
            </a:lvl2pPr>
            <a:lvl3pPr algn="l">
              <a:defRPr sz="2175" b="1">
                <a:solidFill>
                  <a:srgbClr val="1778B7"/>
                </a:solidFill>
                <a:latin typeface="Arial"/>
                <a:ea typeface="Arial"/>
                <a:cs typeface="Arial"/>
              </a:defRPr>
            </a:lvl3pPr>
            <a:lvl4pPr algn="l">
              <a:defRPr sz="2175" b="1">
                <a:solidFill>
                  <a:srgbClr val="1778B7"/>
                </a:solidFill>
                <a:latin typeface="Arial"/>
                <a:ea typeface="Arial"/>
                <a:cs typeface="Arial"/>
              </a:defRPr>
            </a:lvl4pPr>
            <a:lvl5pPr algn="l">
              <a:defRPr sz="2175" b="1">
                <a:solidFill>
                  <a:srgbClr val="1778B7"/>
                </a:solidFill>
                <a:latin typeface="Arial"/>
                <a:ea typeface="Arial"/>
                <a:cs typeface="Arial"/>
              </a:defRPr>
            </a:lvl5pPr>
            <a:lvl6pPr algn="l">
              <a:defRPr sz="2175" b="1">
                <a:solidFill>
                  <a:srgbClr val="1778B7"/>
                </a:solidFill>
                <a:latin typeface="Arial"/>
                <a:ea typeface="Arial"/>
                <a:cs typeface="Arial"/>
              </a:defRPr>
            </a:lvl6pPr>
            <a:lvl7pPr algn="l">
              <a:defRPr sz="2175" b="1">
                <a:solidFill>
                  <a:srgbClr val="1778B7"/>
                </a:solidFill>
                <a:latin typeface="Arial"/>
                <a:ea typeface="Arial"/>
                <a:cs typeface="Arial"/>
              </a:defRPr>
            </a:lvl7pPr>
            <a:lvl8pPr algn="l">
              <a:defRPr sz="2175" b="1">
                <a:solidFill>
                  <a:srgbClr val="1778B7"/>
                </a:solidFill>
                <a:latin typeface="Arial"/>
                <a:ea typeface="Arial"/>
                <a:cs typeface="Arial"/>
              </a:defRPr>
            </a:lvl8pPr>
            <a:lvl9pPr algn="l">
              <a:defRPr sz="2175" b="1">
                <a:solidFill>
                  <a:srgbClr val="1778B7"/>
                </a:solidFill>
                <a:latin typeface="Arial"/>
                <a:ea typeface="Arial"/>
                <a:cs typeface="Arial"/>
              </a:defRPr>
            </a:lvl9pPr>
          </a:lstStyle>
          <a:p xmlns:a="http://schemas.openxmlformats.org/drawingml/2006/main">
            <a:pPr algn="l">
              <a:defRPr sz="2175" b="1">
                <a:solidFill>
                  <a:srgbClr val="1778B7"/>
                </a:solidFill>
                <a:latin typeface="Arial"/>
                <a:ea typeface="Arial"/>
                <a:cs typeface="Arial"/>
              </a:defRPr>
            </a:pPr>
            <a:r>
              <a:rPr sz="2175" b="1">
                <a:solidFill>
                  <a:srgbClr val="1778B7"/>
                </a:solidFill>
                <a:latin typeface="Arial"/>
                <a:ea typeface="Arial"/>
                <a:cs typeface="Arial"/>
              </a:rPr>
              <a:t>Who responds outside normal working hours?</a:t>
            </a:r>
          </a:p>
        </p:txBody>
      </p:sp>
    </p:spTree>
    <p:extLst>
      <p:ext uri="{BB962C8B-B14F-4D97-AF65-F5344CB8AC3E}">
        <p14:creationId xmlns:p14="http://schemas.microsoft.com/office/powerpoint/2010/main" val="30386547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E570E8-0C1D-486E-91C9-540DA09F2202}"/>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6FF26033-4664-486D-AB6E-ACB1E333F116}"/>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04261FE4-D67C-42E3-80A0-87F6997A2B60}"/>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B108A1AC-57E8-4EE6-8ADC-BC5A2D874EAC}"/>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Vehicle qualification</a:t>
            </a:r>
          </a:p>
        </p:txBody>
      </p:sp>
      <p:sp>
        <p:nvSpPr>
          <p:cNvPr id="5" name="">
            <a:extLst xmlns:a="http://schemas.openxmlformats.org/drawingml/2006/main">
              <a:ext uri="{FF2B5EF4-FFF2-40B4-BE49-F238E27FC236}">
                <a16:creationId xmlns:a16="http://schemas.microsoft.com/office/drawing/2014/main" id="{3336F2C8-74C8-47FF-8596-4DB3D35CFEE0}"/>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20 / 26</a:t>
            </a:r>
          </a:p>
        </p:txBody>
      </p:sp>
      <p:sp>
        <p:nvSpPr>
          <p:cNvPr id="6" name="">
            <a:extLst xmlns:a="http://schemas.openxmlformats.org/drawingml/2006/main">
              <a:ext uri="{FF2B5EF4-FFF2-40B4-BE49-F238E27FC236}">
                <a16:creationId xmlns:a16="http://schemas.microsoft.com/office/drawing/2014/main" id="{A36B8550-FAE8-47D9-AE35-04538E7A32C9}"/>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FC68C012-69C2-44AB-8673-5F181F75CF83}"/>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Evidence should reflect the intended transport conditions.</a:t>
            </a:r>
          </a:p>
        </p:txBody>
      </p:sp>
      <p:graphicFrame>
        <p:nvGraphicFramePr>
          <p:cNvPr id="8" name="">
            <a:extLst xmlns:a="http://schemas.openxmlformats.org/drawingml/2006/main">
              <a:ext uri="{FF2B5EF4-FFF2-40B4-BE49-F238E27FC236}">
                <a16:creationId xmlns:a16="http://schemas.microsoft.com/office/drawing/2014/main" id="{C57454C0-F691-45FD-BFF0-6FCAAF9D1DC5}"/>
              </a:ext>
            </a:extLst>
          </p:cNvPr>
          <p:cNvGraphicFramePr/>
          <p:nvPr/>
        </p:nvGraphicFramePr>
        <p:xfrm>
          <a:off xmlns:a="http://schemas.openxmlformats.org/drawingml/2006/main" x="609600" y="3333750"/>
          <a:ext xmlns:a="http://schemas.openxmlformats.org/drawingml/2006/main" cx="10858500" cy="2381250"/>
        </p:xfrm>
        <a:graphic xmlns:a="http://schemas.openxmlformats.org/drawingml/2006/main">
          <a:graphicData uri="http://schemas.openxmlformats.org/drawingml/2006/table">
            <a:tbl>
              <a:tblPr/>
              <a:tblGrid>
                <a:gridCol w="3238500"/>
                <a:gridCol w="7620000"/>
              </a:tblGrid>
              <a:tr h="476250">
                <a:tc>
                  <a:txBody>
                    <a:bodyPr/>
                    <a:lstStyle/>
                    <a:p>
                      <a:r>
                        <a:rPr sz="1425" b="1">
                          <a:solidFill>
                            <a:srgbClr val="FFFFFF"/>
                          </a:solidFill>
                          <a:latin typeface="Arial"/>
                          <a:ea typeface="Arial"/>
                          <a:cs typeface="Arial"/>
                        </a:rPr>
                        <a:t>CONTROL</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E4C"/>
                    </a:solidFill>
                  </a:tcPr>
                </a:tc>
                <a:tc>
                  <a:txBody>
                    <a:bodyPr/>
                    <a:lstStyle/>
                    <a:p>
                      <a:r>
                        <a:rPr sz="1425" b="1">
                          <a:solidFill>
                            <a:srgbClr val="FFFFFF"/>
                          </a:solidFill>
                          <a:latin typeface="Arial"/>
                          <a:ea typeface="Arial"/>
                          <a:cs typeface="Arial"/>
                        </a:rPr>
                        <a:t>EVIDENCE TO REVIEW</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E4C"/>
                    </a:solidFill>
                  </a:tcPr>
                </a:tc>
              </a:tr>
              <a:tr h="476250">
                <a:tc>
                  <a:txBody>
                    <a:bodyPr/>
                    <a:lstStyle/>
                    <a:p>
                      <a:r>
                        <a:rPr sz="1800" b="1">
                          <a:solidFill>
                            <a:srgbClr val="102E4C"/>
                          </a:solidFill>
                          <a:latin typeface="Arial"/>
                          <a:ea typeface="Arial"/>
                          <a:cs typeface="Arial"/>
                        </a:rPr>
                        <a:t>Temperature mapping</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EF5F8"/>
                    </a:solidFill>
                  </a:tcPr>
                </a:tc>
                <a:tc>
                  <a:txBody>
                    <a:bodyPr/>
                    <a:lstStyle/>
                    <a:p>
                      <a:r>
                        <a:rPr sz="1800" b="0">
                          <a:solidFill>
                            <a:srgbClr val="102E4C"/>
                          </a:solidFill>
                          <a:latin typeface="Arial"/>
                          <a:ea typeface="Arial"/>
                          <a:cs typeface="Arial"/>
                        </a:rPr>
                        <a:t>Distribution of conditions in the vehicle</a:t>
                      </a:r>
                    </a:p>
                  </a:txBody>
                  <a:tcPr marL="91440" marR="91440" marT="45720" marB="45720">
                    <a:lnR w="19050">
                      <a:solidFill>
                        <a:srgbClr val="FFFFFF"/>
                      </a:solidFill>
                      <a:prstDash val="solid"/>
                    </a:lnR>
                    <a:lnB w="19050">
                      <a:solidFill>
                        <a:srgbClr val="FFFFFF"/>
                      </a:solidFill>
                      <a:prstDash val="solid"/>
                    </a:lnB>
                    <a:solidFill>
                      <a:srgbClr val="EEF5F8"/>
                    </a:solidFill>
                  </a:tcPr>
                </a:tc>
              </a:tr>
              <a:tr h="476250">
                <a:tc>
                  <a:txBody>
                    <a:bodyPr/>
                    <a:lstStyle/>
                    <a:p>
                      <a:r>
                        <a:rPr sz="1800" b="1">
                          <a:solidFill>
                            <a:srgbClr val="102E4C"/>
                          </a:solidFill>
                          <a:latin typeface="Arial"/>
                          <a:ea typeface="Arial"/>
                          <a:cs typeface="Arial"/>
                        </a:rPr>
                        <a:t>Sensor placement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7FAFB"/>
                    </a:solidFill>
                  </a:tcPr>
                </a:tc>
                <a:tc>
                  <a:txBody>
                    <a:bodyPr/>
                    <a:lstStyle/>
                    <a:p>
                      <a:r>
                        <a:rPr sz="1800" b="0">
                          <a:solidFill>
                            <a:srgbClr val="102E4C"/>
                          </a:solidFill>
                          <a:latin typeface="Arial"/>
                          <a:ea typeface="Arial"/>
                          <a:cs typeface="Arial"/>
                        </a:rPr>
                        <a:t>Positions justified by mapping</a:t>
                      </a:r>
                    </a:p>
                  </a:txBody>
                  <a:tcPr marL="91440" marR="91440" marT="45720" marB="45720">
                    <a:lnR w="19050">
                      <a:solidFill>
                        <a:srgbClr val="FFFFFF"/>
                      </a:solidFill>
                      <a:prstDash val="solid"/>
                    </a:lnR>
                    <a:lnB w="19050">
                      <a:solidFill>
                        <a:srgbClr val="FFFFFF"/>
                      </a:solidFill>
                      <a:prstDash val="solid"/>
                    </a:lnB>
                    <a:solidFill>
                      <a:srgbClr val="F7FAFB"/>
                    </a:solidFill>
                  </a:tcPr>
                </a:tc>
              </a:tr>
              <a:tr h="476250">
                <a:tc>
                  <a:txBody>
                    <a:bodyPr/>
                    <a:lstStyle/>
                    <a:p>
                      <a:r>
                        <a:rPr sz="1800" b="1">
                          <a:solidFill>
                            <a:srgbClr val="102E4C"/>
                          </a:solidFill>
                          <a:latin typeface="Arial"/>
                          <a:ea typeface="Arial"/>
                          <a:cs typeface="Arial"/>
                        </a:rPr>
                        <a:t>Qualification testing</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EF5F8"/>
                    </a:solidFill>
                  </a:tcPr>
                </a:tc>
                <a:tc>
                  <a:txBody>
                    <a:bodyPr/>
                    <a:lstStyle/>
                    <a:p>
                      <a:r>
                        <a:rPr sz="1800" b="0">
                          <a:solidFill>
                            <a:srgbClr val="102E4C"/>
                          </a:solidFill>
                          <a:latin typeface="Arial"/>
                          <a:ea typeface="Arial"/>
                          <a:cs typeface="Arial"/>
                        </a:rPr>
                        <a:t>Representative loading and door openings</a:t>
                      </a:r>
                    </a:p>
                  </a:txBody>
                  <a:tcPr marL="91440" marR="91440" marT="45720" marB="45720">
                    <a:lnR w="19050">
                      <a:solidFill>
                        <a:srgbClr val="FFFFFF"/>
                      </a:solidFill>
                      <a:prstDash val="solid"/>
                    </a:lnR>
                    <a:lnB w="19050">
                      <a:solidFill>
                        <a:srgbClr val="FFFFFF"/>
                      </a:solidFill>
                      <a:prstDash val="solid"/>
                    </a:lnB>
                    <a:solidFill>
                      <a:srgbClr val="EEF5F8"/>
                    </a:solidFill>
                  </a:tcPr>
                </a:tc>
              </a:tr>
              <a:tr h="476250">
                <a:tc>
                  <a:txBody>
                    <a:bodyPr/>
                    <a:lstStyle/>
                    <a:p>
                      <a:r>
                        <a:rPr sz="1800" b="1">
                          <a:solidFill>
                            <a:srgbClr val="102E4C"/>
                          </a:solidFill>
                          <a:latin typeface="Arial"/>
                          <a:ea typeface="Arial"/>
                          <a:cs typeface="Arial"/>
                        </a:rPr>
                        <a:t>Requalification</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7FAFB"/>
                    </a:solidFill>
                  </a:tcPr>
                </a:tc>
                <a:tc>
                  <a:txBody>
                    <a:bodyPr/>
                    <a:lstStyle/>
                    <a:p>
                      <a:r>
                        <a:rPr sz="1800" b="0">
                          <a:solidFill>
                            <a:srgbClr val="102E4C"/>
                          </a:solidFill>
                          <a:latin typeface="Arial"/>
                          <a:ea typeface="Arial"/>
                          <a:cs typeface="Arial"/>
                        </a:rPr>
                        <a:t>Assessment after relevant changes</a:t>
                      </a:r>
                    </a:p>
                  </a:txBody>
                  <a:tcPr marL="91440" marR="91440" marT="45720" marB="45720">
                    <a:lnR w="19050">
                      <a:solidFill>
                        <a:srgbClr val="FFFFFF"/>
                      </a:solidFill>
                      <a:prstDash val="solid"/>
                    </a:lnR>
                    <a:lnB w="19050">
                      <a:solidFill>
                        <a:srgbClr val="FFFFFF"/>
                      </a:solidFill>
                      <a:prstDash val="solid"/>
                    </a:lnB>
                    <a:solidFill>
                      <a:srgbClr val="F7FAFB"/>
                    </a:solidFill>
                  </a:tcPr>
                </a:tc>
              </a:tr>
            </a:tbl>
          </a:graphicData>
        </a:graphic>
      </p:graphicFrame>
      <p:sp>
        <p:nvSpPr>
          <p:cNvPr id="9" name="">
            <a:extLst xmlns:a="http://schemas.openxmlformats.org/drawingml/2006/main">
              <a:ext uri="{FF2B5EF4-FFF2-40B4-BE49-F238E27FC236}">
                <a16:creationId xmlns:a16="http://schemas.microsoft.com/office/drawing/2014/main" id="{BB218C50-CBAB-41E7-ADDA-589CE67EF6B5}"/>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A successful journey alone does not establish suitability for every season</a:t>
            </a:r>
          </a:p>
        </p:txBody>
      </p:sp>
    </p:spTree>
    <p:extLst>
      <p:ext uri="{BB962C8B-B14F-4D97-AF65-F5344CB8AC3E}">
        <p14:creationId xmlns:p14="http://schemas.microsoft.com/office/powerpoint/2010/main" val="14598047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29B0836-ABFB-4010-A3EA-C1E9DBB2A2DD}"/>
              </a:ext>
            </a:extLst>
          </p:cNvPr>
          <p:cNvCxnSpPr>
            <a:stCxn xmlns:a="http://schemas.openxmlformats.org/drawingml/2006/main" id="10" idx="3"/>
            <a:endCxn xmlns:a="http://schemas.openxmlformats.org/drawingml/2006/main" id="12" idx="1"/>
          </p:cNvCxnSpPr>
          <p:nvPr/>
        </p:nvCxnSpPr>
        <p:spPr>
          <a:xfrm xmlns:a="http://schemas.openxmlformats.org/drawingml/2006/main">
            <a:off x="7734300" y="3895725"/>
            <a:ext cx="11239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4447F850-CB59-4B20-9F05-A5D35E6C3CA2}"/>
              </a:ext>
            </a:extLst>
          </p:cNvPr>
          <p:cNvCxnSpPr>
            <a:stCxn xmlns:a="http://schemas.openxmlformats.org/drawingml/2006/main" id="8" idx="3"/>
            <a:endCxn xmlns:a="http://schemas.openxmlformats.org/drawingml/2006/main" id="10" idx="1"/>
          </p:cNvCxnSpPr>
          <p:nvPr/>
        </p:nvCxnSpPr>
        <p:spPr>
          <a:xfrm xmlns:a="http://schemas.openxmlformats.org/drawingml/2006/main">
            <a:off x="3086100" y="3895725"/>
            <a:ext cx="112395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0" name="">
            <a:extLst xmlns:a="http://schemas.openxmlformats.org/drawingml/2006/main">
              <a:ext uri="{FF2B5EF4-FFF2-40B4-BE49-F238E27FC236}">
                <a16:creationId xmlns:a16="http://schemas.microsoft.com/office/drawing/2014/main" id="{6FFB173B-4335-45E6-B09B-3AA57B173775}"/>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C354435D-7844-46C6-97E7-006F5E7D2B8A}"/>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38FDF9C3-2A7E-4D31-A7CF-3B4AEFC1D9BC}"/>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05 / QUALIFICATION &amp; VALIDATION</a:t>
            </a:r>
          </a:p>
        </p:txBody>
      </p:sp>
      <p:sp>
        <p:nvSpPr>
          <p:cNvPr id="4" name="">
            <a:extLst xmlns:a="http://schemas.openxmlformats.org/drawingml/2006/main">
              <a:ext uri="{FF2B5EF4-FFF2-40B4-BE49-F238E27FC236}">
                <a16:creationId xmlns:a16="http://schemas.microsoft.com/office/drawing/2014/main" id="{476BE256-D9DC-4767-BCE0-F7CC0E3AFCAF}"/>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Transport route verification</a:t>
            </a:r>
          </a:p>
        </p:txBody>
      </p:sp>
      <p:sp>
        <p:nvSpPr>
          <p:cNvPr id="5" name="">
            <a:extLst xmlns:a="http://schemas.openxmlformats.org/drawingml/2006/main">
              <a:ext uri="{FF2B5EF4-FFF2-40B4-BE49-F238E27FC236}">
                <a16:creationId xmlns:a16="http://schemas.microsoft.com/office/drawing/2014/main" id="{7283402B-7787-492A-B061-DFDBEB203998}"/>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21 / 26</a:t>
            </a:r>
          </a:p>
        </p:txBody>
      </p:sp>
      <p:sp>
        <p:nvSpPr>
          <p:cNvPr id="6" name="">
            <a:extLst xmlns:a="http://schemas.openxmlformats.org/drawingml/2006/main">
              <a:ext uri="{FF2B5EF4-FFF2-40B4-BE49-F238E27FC236}">
                <a16:creationId xmlns:a16="http://schemas.microsoft.com/office/drawing/2014/main" id="{11F908A1-98DC-4A41-9015-2B8E97BACCD2}"/>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9D0D88CE-0041-498D-BD31-37884F43BE2A}"/>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The shipping lane is part of the controlled distribution system.</a:t>
            </a:r>
          </a:p>
        </p:txBody>
      </p:sp>
      <p:sp>
        <p:nvSpPr>
          <p:cNvPr id="8" name="">
            <a:extLst xmlns:a="http://schemas.openxmlformats.org/drawingml/2006/main">
              <a:ext uri="{FF2B5EF4-FFF2-40B4-BE49-F238E27FC236}">
                <a16:creationId xmlns:a16="http://schemas.microsoft.com/office/drawing/2014/main" id="{89C3F049-2792-4E59-B171-D959EC3DAC99}"/>
              </a:ext>
            </a:extLst>
          </p:cNvPr>
          <p:cNvSpPr>
            <a:spLocks xmlns:a="http://schemas.openxmlformats.org/drawingml/2006/main" noGrp="1"/>
          </p:cNvSpPr>
          <p:nvPr/>
        </p:nvSpPr>
        <p:spPr>
          <a:xfrm xmlns:a="http://schemas.openxmlformats.org/drawingml/2006/main">
            <a:off x="609600" y="3476625"/>
            <a:ext cx="2476500" cy="8382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D2EDA8-E5CC-46E2-8E02-4A7937EC875B}"/>
              </a:ext>
            </a:extLst>
          </p:cNvPr>
          <p:cNvSpPr>
            <a:spLocks xmlns:a="http://schemas.openxmlformats.org/drawingml/2006/main" noGrp="1"/>
          </p:cNvSpPr>
          <p:nvPr/>
        </p:nvSpPr>
        <p:spPr>
          <a:xfrm xmlns:a="http://schemas.openxmlformats.org/drawingml/2006/main">
            <a:off x="781050" y="3638550"/>
            <a:ext cx="2133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Dispatch</a:t>
            </a:r>
          </a:p>
        </p:txBody>
      </p:sp>
      <p:sp>
        <p:nvSpPr>
          <p:cNvPr id="10" name="">
            <a:extLst xmlns:a="http://schemas.openxmlformats.org/drawingml/2006/main">
              <a:ext uri="{FF2B5EF4-FFF2-40B4-BE49-F238E27FC236}">
                <a16:creationId xmlns:a16="http://schemas.microsoft.com/office/drawing/2014/main" id="{19070512-51A1-4DDC-8FE6-DEDA25F39688}"/>
              </a:ext>
            </a:extLst>
          </p:cNvPr>
          <p:cNvSpPr>
            <a:spLocks xmlns:a="http://schemas.openxmlformats.org/drawingml/2006/main" noGrp="1"/>
          </p:cNvSpPr>
          <p:nvPr/>
        </p:nvSpPr>
        <p:spPr>
          <a:xfrm xmlns:a="http://schemas.openxmlformats.org/drawingml/2006/main">
            <a:off x="4210050" y="3476625"/>
            <a:ext cx="3524250" cy="838200"/>
          </a:xfrm>
          <a:prstGeom xmlns:a="http://schemas.openxmlformats.org/drawingml/2006/main" prst="rect">
            <a:avLst/>
          </a:prstGeom>
          <a:solidFill xmlns:a="http://schemas.openxmlformats.org/drawingml/2006/main">
            <a:srgbClr val="F4E7D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1845AB-A536-4870-ACED-0E636DBC4185}"/>
              </a:ext>
            </a:extLst>
          </p:cNvPr>
          <p:cNvSpPr>
            <a:spLocks xmlns:a="http://schemas.openxmlformats.org/drawingml/2006/main" noGrp="1"/>
          </p:cNvSpPr>
          <p:nvPr/>
        </p:nvSpPr>
        <p:spPr>
          <a:xfrm xmlns:a="http://schemas.openxmlformats.org/drawingml/2006/main">
            <a:off x="4381500" y="3638550"/>
            <a:ext cx="31813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Transfers / delays</a:t>
            </a:r>
          </a:p>
        </p:txBody>
      </p:sp>
      <p:sp>
        <p:nvSpPr>
          <p:cNvPr id="12" name="">
            <a:extLst xmlns:a="http://schemas.openxmlformats.org/drawingml/2006/main">
              <a:ext uri="{FF2B5EF4-FFF2-40B4-BE49-F238E27FC236}">
                <a16:creationId xmlns:a16="http://schemas.microsoft.com/office/drawing/2014/main" id="{53E6D493-379B-42FD-B976-E047A0593534}"/>
              </a:ext>
            </a:extLst>
          </p:cNvPr>
          <p:cNvSpPr>
            <a:spLocks xmlns:a="http://schemas.openxmlformats.org/drawingml/2006/main" noGrp="1"/>
          </p:cNvSpPr>
          <p:nvPr/>
        </p:nvSpPr>
        <p:spPr>
          <a:xfrm xmlns:a="http://schemas.openxmlformats.org/drawingml/2006/main">
            <a:off x="8858250" y="3476625"/>
            <a:ext cx="2619375" cy="8382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BD8EA7-2ECE-46EB-AADD-25B2C73958C2}"/>
              </a:ext>
            </a:extLst>
          </p:cNvPr>
          <p:cNvSpPr>
            <a:spLocks xmlns:a="http://schemas.openxmlformats.org/drawingml/2006/main" noGrp="1"/>
          </p:cNvSpPr>
          <p:nvPr/>
        </p:nvSpPr>
        <p:spPr>
          <a:xfrm xmlns:a="http://schemas.openxmlformats.org/drawingml/2006/main">
            <a:off x="9029700" y="3638550"/>
            <a:ext cx="22764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102E4C"/>
                </a:solidFill>
                <a:latin typeface="Arial"/>
                <a:ea typeface="Arial"/>
                <a:cs typeface="Arial"/>
              </a:defRPr>
            </a:defPPr>
            <a:lvl1pPr algn="l">
              <a:defRPr sz="1800" b="1">
                <a:solidFill>
                  <a:srgbClr val="102E4C"/>
                </a:solidFill>
                <a:latin typeface="Arial"/>
                <a:ea typeface="Arial"/>
                <a:cs typeface="Arial"/>
              </a:defRPr>
            </a:lvl1pPr>
            <a:lvl2pPr algn="l">
              <a:defRPr sz="1800" b="1">
                <a:solidFill>
                  <a:srgbClr val="102E4C"/>
                </a:solidFill>
                <a:latin typeface="Arial"/>
                <a:ea typeface="Arial"/>
                <a:cs typeface="Arial"/>
              </a:defRPr>
            </a:lvl2pPr>
            <a:lvl3pPr algn="l">
              <a:defRPr sz="1800" b="1">
                <a:solidFill>
                  <a:srgbClr val="102E4C"/>
                </a:solidFill>
                <a:latin typeface="Arial"/>
                <a:ea typeface="Arial"/>
                <a:cs typeface="Arial"/>
              </a:defRPr>
            </a:lvl3pPr>
            <a:lvl4pPr algn="l">
              <a:defRPr sz="1800" b="1">
                <a:solidFill>
                  <a:srgbClr val="102E4C"/>
                </a:solidFill>
                <a:latin typeface="Arial"/>
                <a:ea typeface="Arial"/>
                <a:cs typeface="Arial"/>
              </a:defRPr>
            </a:lvl4pPr>
            <a:lvl5pPr algn="l">
              <a:defRPr sz="1800" b="1">
                <a:solidFill>
                  <a:srgbClr val="102E4C"/>
                </a:solidFill>
                <a:latin typeface="Arial"/>
                <a:ea typeface="Arial"/>
                <a:cs typeface="Arial"/>
              </a:defRPr>
            </a:lvl5pPr>
            <a:lvl6pPr algn="l">
              <a:defRPr sz="1800" b="1">
                <a:solidFill>
                  <a:srgbClr val="102E4C"/>
                </a:solidFill>
                <a:latin typeface="Arial"/>
                <a:ea typeface="Arial"/>
                <a:cs typeface="Arial"/>
              </a:defRPr>
            </a:lvl6pPr>
            <a:lvl7pPr algn="l">
              <a:defRPr sz="1800" b="1">
                <a:solidFill>
                  <a:srgbClr val="102E4C"/>
                </a:solidFill>
                <a:latin typeface="Arial"/>
                <a:ea typeface="Arial"/>
                <a:cs typeface="Arial"/>
              </a:defRPr>
            </a:lvl7pPr>
            <a:lvl8pPr algn="l">
              <a:defRPr sz="1800" b="1">
                <a:solidFill>
                  <a:srgbClr val="102E4C"/>
                </a:solidFill>
                <a:latin typeface="Arial"/>
                <a:ea typeface="Arial"/>
                <a:cs typeface="Arial"/>
              </a:defRPr>
            </a:lvl8pPr>
            <a:lvl9pPr algn="l">
              <a:defRPr sz="1800" b="1">
                <a:solidFill>
                  <a:srgbClr val="102E4C"/>
                </a:solidFill>
                <a:latin typeface="Arial"/>
                <a:ea typeface="Arial"/>
                <a:cs typeface="Arial"/>
              </a:defRPr>
            </a:lvl9pPr>
          </a:lstStyle>
          <a:p xmlns:a="http://schemas.openxmlformats.org/drawingml/2006/main">
            <a:pPr algn="l">
              <a:defRPr sz="1800" b="1">
                <a:solidFill>
                  <a:srgbClr val="102E4C"/>
                </a:solidFill>
                <a:latin typeface="Arial"/>
                <a:ea typeface="Arial"/>
                <a:cs typeface="Arial"/>
              </a:defRPr>
            </a:pPr>
            <a:r>
              <a:rPr sz="1800" b="1">
                <a:solidFill>
                  <a:srgbClr val="102E4C"/>
                </a:solidFill>
                <a:latin typeface="Arial"/>
                <a:ea typeface="Arial"/>
                <a:cs typeface="Arial"/>
              </a:rPr>
              <a:t>Receipt</a:t>
            </a:r>
          </a:p>
        </p:txBody>
      </p:sp>
      <p:sp>
        <p:nvSpPr>
          <p:cNvPr id="16" name="">
            <a:extLst xmlns:a="http://schemas.openxmlformats.org/drawingml/2006/main">
              <a:ext uri="{FF2B5EF4-FFF2-40B4-BE49-F238E27FC236}">
                <a16:creationId xmlns:a16="http://schemas.microsoft.com/office/drawing/2014/main" id="{6CF06933-B243-4589-94B4-5BD855C3779A}"/>
              </a:ext>
            </a:extLst>
          </p:cNvPr>
          <p:cNvSpPr>
            <a:spLocks xmlns:a="http://schemas.openxmlformats.org/drawingml/2006/main" noGrp="1"/>
          </p:cNvSpPr>
          <p:nvPr/>
        </p:nvSpPr>
        <p:spPr>
          <a:xfrm xmlns:a="http://schemas.openxmlformats.org/drawingml/2006/main">
            <a:off x="4381500" y="4714875"/>
            <a:ext cx="4191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102E4C"/>
                </a:solidFill>
                <a:latin typeface="Arial"/>
                <a:ea typeface="Arial"/>
                <a:cs typeface="Arial"/>
              </a:defRPr>
            </a:defPPr>
            <a:lvl1pPr algn="l">
              <a:defRPr sz="1950" b="0">
                <a:solidFill>
                  <a:srgbClr val="102E4C"/>
                </a:solidFill>
                <a:latin typeface="Arial"/>
                <a:ea typeface="Arial"/>
                <a:cs typeface="Arial"/>
              </a:defRPr>
            </a:lvl1pPr>
            <a:lvl2pPr algn="l">
              <a:defRPr sz="1950" b="0">
                <a:solidFill>
                  <a:srgbClr val="102E4C"/>
                </a:solidFill>
                <a:latin typeface="Arial"/>
                <a:ea typeface="Arial"/>
                <a:cs typeface="Arial"/>
              </a:defRPr>
            </a:lvl2pPr>
            <a:lvl3pPr algn="l">
              <a:defRPr sz="1950" b="0">
                <a:solidFill>
                  <a:srgbClr val="102E4C"/>
                </a:solidFill>
                <a:latin typeface="Arial"/>
                <a:ea typeface="Arial"/>
                <a:cs typeface="Arial"/>
              </a:defRPr>
            </a:lvl3pPr>
            <a:lvl4pPr algn="l">
              <a:defRPr sz="1950" b="0">
                <a:solidFill>
                  <a:srgbClr val="102E4C"/>
                </a:solidFill>
                <a:latin typeface="Arial"/>
                <a:ea typeface="Arial"/>
                <a:cs typeface="Arial"/>
              </a:defRPr>
            </a:lvl4pPr>
            <a:lvl5pPr algn="l">
              <a:defRPr sz="1950" b="0">
                <a:solidFill>
                  <a:srgbClr val="102E4C"/>
                </a:solidFill>
                <a:latin typeface="Arial"/>
                <a:ea typeface="Arial"/>
                <a:cs typeface="Arial"/>
              </a:defRPr>
            </a:lvl5pPr>
            <a:lvl6pPr algn="l">
              <a:defRPr sz="1950" b="0">
                <a:solidFill>
                  <a:srgbClr val="102E4C"/>
                </a:solidFill>
                <a:latin typeface="Arial"/>
                <a:ea typeface="Arial"/>
                <a:cs typeface="Arial"/>
              </a:defRPr>
            </a:lvl6pPr>
            <a:lvl7pPr algn="l">
              <a:defRPr sz="1950" b="0">
                <a:solidFill>
                  <a:srgbClr val="102E4C"/>
                </a:solidFill>
                <a:latin typeface="Arial"/>
                <a:ea typeface="Arial"/>
                <a:cs typeface="Arial"/>
              </a:defRPr>
            </a:lvl7pPr>
            <a:lvl8pPr algn="l">
              <a:defRPr sz="1950" b="0">
                <a:solidFill>
                  <a:srgbClr val="102E4C"/>
                </a:solidFill>
                <a:latin typeface="Arial"/>
                <a:ea typeface="Arial"/>
                <a:cs typeface="Arial"/>
              </a:defRPr>
            </a:lvl8pPr>
            <a:lvl9pPr algn="l">
              <a:defRPr sz="1950" b="0">
                <a:solidFill>
                  <a:srgbClr val="102E4C"/>
                </a:solidFill>
                <a:latin typeface="Arial"/>
                <a:ea typeface="Arial"/>
                <a:cs typeface="Arial"/>
              </a:defRPr>
            </a:lvl9pPr>
          </a:lstStyle>
          <a:p xmlns:a="http://schemas.openxmlformats.org/drawingml/2006/main">
            <a:pPr algn="l">
              <a:defRPr sz="1950" b="0">
                <a:solidFill>
                  <a:srgbClr val="102E4C"/>
                </a:solidFill>
                <a:latin typeface="Arial"/>
                <a:ea typeface="Arial"/>
                <a:cs typeface="Arial"/>
              </a:defRPr>
            </a:pPr>
            <a:r>
              <a:rPr sz="1950" b="0">
                <a:solidFill>
                  <a:srgbClr val="102E4C"/>
                </a:solidFill>
                <a:latin typeface="Arial"/>
                <a:ea typeface="Arial"/>
                <a:cs typeface="Arial"/>
              </a:rPr>
              <a:t>Dwell time</a:t>
            </a:r>
          </a:p>
          <a:p xmlns:a="http://schemas.openxmlformats.org/drawingml/2006/main">
            <a:pPr algn="l">
              <a:defRPr sz="1950" b="0">
                <a:solidFill>
                  <a:srgbClr val="102E4C"/>
                </a:solidFill>
                <a:latin typeface="Arial"/>
                <a:ea typeface="Arial"/>
                <a:cs typeface="Arial"/>
              </a:defRPr>
            </a:pPr>
            <a:r>
              <a:rPr sz="1950" b="0">
                <a:solidFill>
                  <a:srgbClr val="102E4C"/>
                </a:solidFill>
                <a:latin typeface="Arial"/>
                <a:ea typeface="Arial"/>
                <a:cs typeface="Arial"/>
              </a:rPr>
              <a:t>Customs delays</a:t>
            </a:r>
          </a:p>
          <a:p xmlns:a="http://schemas.openxmlformats.org/drawingml/2006/main">
            <a:pPr algn="l">
              <a:defRPr sz="1950" b="0">
                <a:solidFill>
                  <a:srgbClr val="102E4C"/>
                </a:solidFill>
                <a:latin typeface="Arial"/>
                <a:ea typeface="Arial"/>
                <a:cs typeface="Arial"/>
              </a:defRPr>
            </a:pPr>
            <a:r>
              <a:rPr sz="1950" b="0">
                <a:solidFill>
                  <a:srgbClr val="102E4C"/>
                </a:solidFill>
                <a:latin typeface="Arial"/>
                <a:ea typeface="Arial"/>
                <a:cs typeface="Arial"/>
              </a:rPr>
              <a:t>Seasonal exposure</a:t>
            </a:r>
          </a:p>
        </p:txBody>
      </p:sp>
      <p:sp>
        <p:nvSpPr>
          <p:cNvPr id="17" name="">
            <a:extLst xmlns:a="http://schemas.openxmlformats.org/drawingml/2006/main">
              <a:ext uri="{FF2B5EF4-FFF2-40B4-BE49-F238E27FC236}">
                <a16:creationId xmlns:a16="http://schemas.microsoft.com/office/drawing/2014/main" id="{FFFD6801-FDF6-44DC-9AAC-9A8E6A5B21AC}"/>
              </a:ext>
            </a:extLst>
          </p:cNvPr>
          <p:cNvSpPr>
            <a:spLocks xmlns:a="http://schemas.openxmlformats.org/drawingml/2006/main" noGrp="1"/>
          </p:cNvSpPr>
          <p:nvPr/>
        </p:nvSpPr>
        <p:spPr>
          <a:xfrm xmlns:a="http://schemas.openxmlformats.org/drawingml/2006/main">
            <a:off x="609600" y="501015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778B7"/>
                </a:solidFill>
                <a:latin typeface="Arial"/>
                <a:ea typeface="Arial"/>
                <a:cs typeface="Arial"/>
              </a:defRPr>
            </a:defPPr>
            <a:lvl1pPr algn="l">
              <a:defRPr sz="2025" b="1">
                <a:solidFill>
                  <a:srgbClr val="1778B7"/>
                </a:solidFill>
                <a:latin typeface="Arial"/>
                <a:ea typeface="Arial"/>
                <a:cs typeface="Arial"/>
              </a:defRPr>
            </a:lvl1pPr>
            <a:lvl2pPr algn="l">
              <a:defRPr sz="2025" b="1">
                <a:solidFill>
                  <a:srgbClr val="1778B7"/>
                </a:solidFill>
                <a:latin typeface="Arial"/>
                <a:ea typeface="Arial"/>
                <a:cs typeface="Arial"/>
              </a:defRPr>
            </a:lvl2pPr>
            <a:lvl3pPr algn="l">
              <a:defRPr sz="2025" b="1">
                <a:solidFill>
                  <a:srgbClr val="1778B7"/>
                </a:solidFill>
                <a:latin typeface="Arial"/>
                <a:ea typeface="Arial"/>
                <a:cs typeface="Arial"/>
              </a:defRPr>
            </a:lvl3pPr>
            <a:lvl4pPr algn="l">
              <a:defRPr sz="2025" b="1">
                <a:solidFill>
                  <a:srgbClr val="1778B7"/>
                </a:solidFill>
                <a:latin typeface="Arial"/>
                <a:ea typeface="Arial"/>
                <a:cs typeface="Arial"/>
              </a:defRPr>
            </a:lvl4pPr>
            <a:lvl5pPr algn="l">
              <a:defRPr sz="2025" b="1">
                <a:solidFill>
                  <a:srgbClr val="1778B7"/>
                </a:solidFill>
                <a:latin typeface="Arial"/>
                <a:ea typeface="Arial"/>
                <a:cs typeface="Arial"/>
              </a:defRPr>
            </a:lvl5pPr>
            <a:lvl6pPr algn="l">
              <a:defRPr sz="2025" b="1">
                <a:solidFill>
                  <a:srgbClr val="1778B7"/>
                </a:solidFill>
                <a:latin typeface="Arial"/>
                <a:ea typeface="Arial"/>
                <a:cs typeface="Arial"/>
              </a:defRPr>
            </a:lvl6pPr>
            <a:lvl7pPr algn="l">
              <a:defRPr sz="2025" b="1">
                <a:solidFill>
                  <a:srgbClr val="1778B7"/>
                </a:solidFill>
                <a:latin typeface="Arial"/>
                <a:ea typeface="Arial"/>
                <a:cs typeface="Arial"/>
              </a:defRPr>
            </a:lvl7pPr>
            <a:lvl8pPr algn="l">
              <a:defRPr sz="2025" b="1">
                <a:solidFill>
                  <a:srgbClr val="1778B7"/>
                </a:solidFill>
                <a:latin typeface="Arial"/>
                <a:ea typeface="Arial"/>
                <a:cs typeface="Arial"/>
              </a:defRPr>
            </a:lvl8pPr>
            <a:lvl9pPr algn="l">
              <a:defRPr sz="2025" b="1">
                <a:solidFill>
                  <a:srgbClr val="1778B7"/>
                </a:solidFill>
                <a:latin typeface="Arial"/>
                <a:ea typeface="Arial"/>
                <a:cs typeface="Arial"/>
              </a:defRPr>
            </a:lvl9pPr>
          </a:lstStyle>
          <a:p xmlns:a="http://schemas.openxmlformats.org/drawingml/2006/main">
            <a:pPr algn="l">
              <a:defRPr sz="2025" b="1">
                <a:solidFill>
                  <a:srgbClr val="1778B7"/>
                </a:solidFill>
                <a:latin typeface="Arial"/>
                <a:ea typeface="Arial"/>
                <a:cs typeface="Arial"/>
              </a:defRPr>
            </a:pPr>
            <a:r>
              <a:rPr sz="2025" b="1">
                <a:solidFill>
                  <a:srgbClr val="1778B7"/>
                </a:solidFill>
                <a:latin typeface="Arial"/>
                <a:ea typeface="Arial"/>
                <a:cs typeface="Arial"/>
              </a:rPr>
              <a:t>Assess route risks</a:t>
            </a:r>
          </a:p>
        </p:txBody>
      </p:sp>
      <p:sp>
        <p:nvSpPr>
          <p:cNvPr id="18" name="">
            <a:extLst xmlns:a="http://schemas.openxmlformats.org/drawingml/2006/main">
              <a:ext uri="{FF2B5EF4-FFF2-40B4-BE49-F238E27FC236}">
                <a16:creationId xmlns:a16="http://schemas.microsoft.com/office/drawing/2014/main" id="{C205724A-30CF-456B-8066-70D8BAD3BCA4}"/>
              </a:ext>
            </a:extLst>
          </p:cNvPr>
          <p:cNvSpPr>
            <a:spLocks xmlns:a="http://schemas.openxmlformats.org/drawingml/2006/main" noGrp="1"/>
          </p:cNvSpPr>
          <p:nvPr/>
        </p:nvSpPr>
        <p:spPr>
          <a:xfrm xmlns:a="http://schemas.openxmlformats.org/drawingml/2006/main">
            <a:off x="8858250" y="501015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778B7"/>
                </a:solidFill>
                <a:latin typeface="Arial"/>
                <a:ea typeface="Arial"/>
                <a:cs typeface="Arial"/>
              </a:defRPr>
            </a:defPPr>
            <a:lvl1pPr algn="l">
              <a:defRPr sz="2025" b="1">
                <a:solidFill>
                  <a:srgbClr val="1778B7"/>
                </a:solidFill>
                <a:latin typeface="Arial"/>
                <a:ea typeface="Arial"/>
                <a:cs typeface="Arial"/>
              </a:defRPr>
            </a:lvl1pPr>
            <a:lvl2pPr algn="l">
              <a:defRPr sz="2025" b="1">
                <a:solidFill>
                  <a:srgbClr val="1778B7"/>
                </a:solidFill>
                <a:latin typeface="Arial"/>
                <a:ea typeface="Arial"/>
                <a:cs typeface="Arial"/>
              </a:defRPr>
            </a:lvl2pPr>
            <a:lvl3pPr algn="l">
              <a:defRPr sz="2025" b="1">
                <a:solidFill>
                  <a:srgbClr val="1778B7"/>
                </a:solidFill>
                <a:latin typeface="Arial"/>
                <a:ea typeface="Arial"/>
                <a:cs typeface="Arial"/>
              </a:defRPr>
            </a:lvl3pPr>
            <a:lvl4pPr algn="l">
              <a:defRPr sz="2025" b="1">
                <a:solidFill>
                  <a:srgbClr val="1778B7"/>
                </a:solidFill>
                <a:latin typeface="Arial"/>
                <a:ea typeface="Arial"/>
                <a:cs typeface="Arial"/>
              </a:defRPr>
            </a:lvl4pPr>
            <a:lvl5pPr algn="l">
              <a:defRPr sz="2025" b="1">
                <a:solidFill>
                  <a:srgbClr val="1778B7"/>
                </a:solidFill>
                <a:latin typeface="Arial"/>
                <a:ea typeface="Arial"/>
                <a:cs typeface="Arial"/>
              </a:defRPr>
            </a:lvl5pPr>
            <a:lvl6pPr algn="l">
              <a:defRPr sz="2025" b="1">
                <a:solidFill>
                  <a:srgbClr val="1778B7"/>
                </a:solidFill>
                <a:latin typeface="Arial"/>
                <a:ea typeface="Arial"/>
                <a:cs typeface="Arial"/>
              </a:defRPr>
            </a:lvl6pPr>
            <a:lvl7pPr algn="l">
              <a:defRPr sz="2025" b="1">
                <a:solidFill>
                  <a:srgbClr val="1778B7"/>
                </a:solidFill>
                <a:latin typeface="Arial"/>
                <a:ea typeface="Arial"/>
                <a:cs typeface="Arial"/>
              </a:defRPr>
            </a:lvl7pPr>
            <a:lvl8pPr algn="l">
              <a:defRPr sz="2025" b="1">
                <a:solidFill>
                  <a:srgbClr val="1778B7"/>
                </a:solidFill>
                <a:latin typeface="Arial"/>
                <a:ea typeface="Arial"/>
                <a:cs typeface="Arial"/>
              </a:defRPr>
            </a:lvl8pPr>
            <a:lvl9pPr algn="l">
              <a:defRPr sz="2025" b="1">
                <a:solidFill>
                  <a:srgbClr val="1778B7"/>
                </a:solidFill>
                <a:latin typeface="Arial"/>
                <a:ea typeface="Arial"/>
                <a:cs typeface="Arial"/>
              </a:defRPr>
            </a:lvl9pPr>
          </a:lstStyle>
          <a:p xmlns:a="http://schemas.openxmlformats.org/drawingml/2006/main">
            <a:pPr algn="l">
              <a:defRPr sz="2025" b="1">
                <a:solidFill>
                  <a:srgbClr val="1778B7"/>
                </a:solidFill>
                <a:latin typeface="Arial"/>
                <a:ea typeface="Arial"/>
                <a:cs typeface="Arial"/>
              </a:defRPr>
            </a:pPr>
            <a:r>
              <a:rPr sz="2025" b="1">
                <a:solidFill>
                  <a:srgbClr val="1778B7"/>
                </a:solidFill>
                <a:latin typeface="Arial"/>
                <a:ea typeface="Arial"/>
                <a:cs typeface="Arial"/>
              </a:rPr>
              <a:t>Verify performance</a:t>
            </a:r>
          </a:p>
        </p:txBody>
      </p:sp>
      <p:sp>
        <p:nvSpPr>
          <p:cNvPr id="19" name="">
            <a:extLst xmlns:a="http://schemas.openxmlformats.org/drawingml/2006/main">
              <a:ext uri="{FF2B5EF4-FFF2-40B4-BE49-F238E27FC236}">
                <a16:creationId xmlns:a16="http://schemas.microsoft.com/office/drawing/2014/main" id="{2713B022-8E8F-4DF4-885D-42BF271E1DAF}"/>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Review the control strategy when the route or expected transit time changes</a:t>
            </a:r>
          </a:p>
        </p:txBody>
      </p:sp>
    </p:spTree>
    <p:extLst>
      <p:ext uri="{BB962C8B-B14F-4D97-AF65-F5344CB8AC3E}">
        <p14:creationId xmlns:p14="http://schemas.microsoft.com/office/powerpoint/2010/main" val="2801238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3B887D0-4473-49B8-80E6-BFF674DEAE42}"/>
              </a:ext>
            </a:extLst>
          </p:cNvPr>
          <p:cNvCxnSpPr>
            <a:stCxn xmlns:a="http://schemas.openxmlformats.org/drawingml/2006/main" id="9" idx="2"/>
            <a:endCxn xmlns:a="http://schemas.openxmlformats.org/drawingml/2006/main" id="11" idx="0"/>
          </p:cNvCxnSpPr>
          <p:nvPr/>
        </p:nvCxnSpPr>
        <p:spPr>
          <a:xfrm xmlns:a="http://schemas.openxmlformats.org/drawingml/2006/main" flipH="1">
            <a:off x="6096000" y="3952875"/>
            <a:ext cx="2971800" cy="8096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5A622592-2A54-45A6-BD23-2884F5DC8C38}"/>
              </a:ext>
            </a:extLst>
          </p:cNvPr>
          <p:cNvCxnSpPr>
            <a:stCxn xmlns:a="http://schemas.openxmlformats.org/drawingml/2006/main" id="7" idx="2"/>
            <a:endCxn xmlns:a="http://schemas.openxmlformats.org/drawingml/2006/main" id="11" idx="0"/>
          </p:cNvCxnSpPr>
          <p:nvPr/>
        </p:nvCxnSpPr>
        <p:spPr>
          <a:xfrm xmlns:a="http://schemas.openxmlformats.org/drawingml/2006/main">
            <a:off x="3086100" y="3952875"/>
            <a:ext cx="3009900" cy="809625"/>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16" name="">
            <a:extLst xmlns:a="http://schemas.openxmlformats.org/drawingml/2006/main">
              <a:ext uri="{FF2B5EF4-FFF2-40B4-BE49-F238E27FC236}">
                <a16:creationId xmlns:a16="http://schemas.microsoft.com/office/drawing/2014/main" id="{BD3459B2-21BA-4C6E-8D9E-DDE678BDBF13}"/>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33E04466-C3B6-4CF5-B5C1-760E5F50A045}"/>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E083DB6A-4A8D-4650-9933-2579394F4596}"/>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06 / SPECIAL SITUATIONS</a:t>
            </a:r>
          </a:p>
        </p:txBody>
      </p:sp>
      <p:sp>
        <p:nvSpPr>
          <p:cNvPr id="4" name="">
            <a:extLst xmlns:a="http://schemas.openxmlformats.org/drawingml/2006/main">
              <a:ext uri="{FF2B5EF4-FFF2-40B4-BE49-F238E27FC236}">
                <a16:creationId xmlns:a16="http://schemas.microsoft.com/office/drawing/2014/main" id="{C661129A-5A62-4508-AC21-42F0C287BB90}"/>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Complaints and returns</a:t>
            </a:r>
          </a:p>
        </p:txBody>
      </p:sp>
      <p:sp>
        <p:nvSpPr>
          <p:cNvPr id="5" name="">
            <a:extLst xmlns:a="http://schemas.openxmlformats.org/drawingml/2006/main">
              <a:ext uri="{FF2B5EF4-FFF2-40B4-BE49-F238E27FC236}">
                <a16:creationId xmlns:a16="http://schemas.microsoft.com/office/drawing/2014/main" id="{E5369141-36B2-4CEF-9C7B-89EC8F58837F}"/>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22 / 26</a:t>
            </a:r>
          </a:p>
        </p:txBody>
      </p:sp>
      <p:sp>
        <p:nvSpPr>
          <p:cNvPr id="6" name="">
            <a:extLst xmlns:a="http://schemas.openxmlformats.org/drawingml/2006/main">
              <a:ext uri="{FF2B5EF4-FFF2-40B4-BE49-F238E27FC236}">
                <a16:creationId xmlns:a16="http://schemas.microsoft.com/office/drawing/2014/main" id="{C02462E6-572D-4F97-B3BE-712B16F39757}"/>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A87AB0A5-CA88-444F-ADC9-86BA8642D96D}"/>
              </a:ext>
            </a:extLst>
          </p:cNvPr>
          <p:cNvSpPr>
            <a:spLocks xmlns:a="http://schemas.openxmlformats.org/drawingml/2006/main" noGrp="1"/>
          </p:cNvSpPr>
          <p:nvPr/>
        </p:nvSpPr>
        <p:spPr>
          <a:xfrm xmlns:a="http://schemas.openxmlformats.org/drawingml/2006/main">
            <a:off x="609600" y="2809875"/>
            <a:ext cx="4953000"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847865-3079-4C68-A15E-0EE748AB6997}"/>
              </a:ext>
            </a:extLst>
          </p:cNvPr>
          <p:cNvSpPr>
            <a:spLocks xmlns:a="http://schemas.openxmlformats.org/drawingml/2006/main" noGrp="1"/>
          </p:cNvSpPr>
          <p:nvPr/>
        </p:nvSpPr>
        <p:spPr>
          <a:xfrm xmlns:a="http://schemas.openxmlformats.org/drawingml/2006/main">
            <a:off x="781050" y="2971800"/>
            <a:ext cx="46101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02E4C"/>
                </a:solidFill>
                <a:latin typeface="Arial"/>
                <a:ea typeface="Arial"/>
                <a:cs typeface="Arial"/>
              </a:defRPr>
            </a:defPPr>
            <a:lvl1pPr algn="l">
              <a:defRPr sz="2100" b="1">
                <a:solidFill>
                  <a:srgbClr val="102E4C"/>
                </a:solidFill>
                <a:latin typeface="Arial"/>
                <a:ea typeface="Arial"/>
                <a:cs typeface="Arial"/>
              </a:defRPr>
            </a:lvl1pPr>
            <a:lvl2pPr algn="l">
              <a:defRPr sz="2100" b="1">
                <a:solidFill>
                  <a:srgbClr val="102E4C"/>
                </a:solidFill>
                <a:latin typeface="Arial"/>
                <a:ea typeface="Arial"/>
                <a:cs typeface="Arial"/>
              </a:defRPr>
            </a:lvl2pPr>
            <a:lvl3pPr algn="l">
              <a:defRPr sz="2100" b="1">
                <a:solidFill>
                  <a:srgbClr val="102E4C"/>
                </a:solidFill>
                <a:latin typeface="Arial"/>
                <a:ea typeface="Arial"/>
                <a:cs typeface="Arial"/>
              </a:defRPr>
            </a:lvl3pPr>
            <a:lvl4pPr algn="l">
              <a:defRPr sz="2100" b="1">
                <a:solidFill>
                  <a:srgbClr val="102E4C"/>
                </a:solidFill>
                <a:latin typeface="Arial"/>
                <a:ea typeface="Arial"/>
                <a:cs typeface="Arial"/>
              </a:defRPr>
            </a:lvl4pPr>
            <a:lvl5pPr algn="l">
              <a:defRPr sz="2100" b="1">
                <a:solidFill>
                  <a:srgbClr val="102E4C"/>
                </a:solidFill>
                <a:latin typeface="Arial"/>
                <a:ea typeface="Arial"/>
                <a:cs typeface="Arial"/>
              </a:defRPr>
            </a:lvl5pPr>
            <a:lvl6pPr algn="l">
              <a:defRPr sz="2100" b="1">
                <a:solidFill>
                  <a:srgbClr val="102E4C"/>
                </a:solidFill>
                <a:latin typeface="Arial"/>
                <a:ea typeface="Arial"/>
                <a:cs typeface="Arial"/>
              </a:defRPr>
            </a:lvl6pPr>
            <a:lvl7pPr algn="l">
              <a:defRPr sz="2100" b="1">
                <a:solidFill>
                  <a:srgbClr val="102E4C"/>
                </a:solidFill>
                <a:latin typeface="Arial"/>
                <a:ea typeface="Arial"/>
                <a:cs typeface="Arial"/>
              </a:defRPr>
            </a:lvl7pPr>
            <a:lvl8pPr algn="l">
              <a:defRPr sz="2100" b="1">
                <a:solidFill>
                  <a:srgbClr val="102E4C"/>
                </a:solidFill>
                <a:latin typeface="Arial"/>
                <a:ea typeface="Arial"/>
                <a:cs typeface="Arial"/>
              </a:defRPr>
            </a:lvl8pPr>
            <a:lvl9pPr algn="l">
              <a:defRPr sz="2100" b="1">
                <a:solidFill>
                  <a:srgbClr val="102E4C"/>
                </a:solidFill>
                <a:latin typeface="Arial"/>
                <a:ea typeface="Arial"/>
                <a:cs typeface="Arial"/>
              </a:defRPr>
            </a:lvl9pPr>
          </a:lstStyle>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COMPLAINT</a:t>
            </a:r>
          </a:p>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Record and investigate</a:t>
            </a:r>
          </a:p>
        </p:txBody>
      </p:sp>
      <p:sp>
        <p:nvSpPr>
          <p:cNvPr id="9" name="">
            <a:extLst xmlns:a="http://schemas.openxmlformats.org/drawingml/2006/main">
              <a:ext uri="{FF2B5EF4-FFF2-40B4-BE49-F238E27FC236}">
                <a16:creationId xmlns:a16="http://schemas.microsoft.com/office/drawing/2014/main" id="{04F09AEA-4DE7-4501-9147-F800D44A0E9A}"/>
              </a:ext>
            </a:extLst>
          </p:cNvPr>
          <p:cNvSpPr>
            <a:spLocks xmlns:a="http://schemas.openxmlformats.org/drawingml/2006/main" noGrp="1"/>
          </p:cNvSpPr>
          <p:nvPr/>
        </p:nvSpPr>
        <p:spPr>
          <a:xfrm xmlns:a="http://schemas.openxmlformats.org/drawingml/2006/main">
            <a:off x="6591300" y="2809875"/>
            <a:ext cx="4953000" cy="11430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C607E3-5EB8-4B98-BFE4-1F1EABDC84B0}"/>
              </a:ext>
            </a:extLst>
          </p:cNvPr>
          <p:cNvSpPr>
            <a:spLocks xmlns:a="http://schemas.openxmlformats.org/drawingml/2006/main" noGrp="1"/>
          </p:cNvSpPr>
          <p:nvPr/>
        </p:nvSpPr>
        <p:spPr>
          <a:xfrm xmlns:a="http://schemas.openxmlformats.org/drawingml/2006/main">
            <a:off x="6762750" y="2971800"/>
            <a:ext cx="46101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102E4C"/>
                </a:solidFill>
                <a:latin typeface="Arial"/>
                <a:ea typeface="Arial"/>
                <a:cs typeface="Arial"/>
              </a:defRPr>
            </a:defPPr>
            <a:lvl1pPr algn="l">
              <a:defRPr sz="2100" b="1">
                <a:solidFill>
                  <a:srgbClr val="102E4C"/>
                </a:solidFill>
                <a:latin typeface="Arial"/>
                <a:ea typeface="Arial"/>
                <a:cs typeface="Arial"/>
              </a:defRPr>
            </a:lvl1pPr>
            <a:lvl2pPr algn="l">
              <a:defRPr sz="2100" b="1">
                <a:solidFill>
                  <a:srgbClr val="102E4C"/>
                </a:solidFill>
                <a:latin typeface="Arial"/>
                <a:ea typeface="Arial"/>
                <a:cs typeface="Arial"/>
              </a:defRPr>
            </a:lvl2pPr>
            <a:lvl3pPr algn="l">
              <a:defRPr sz="2100" b="1">
                <a:solidFill>
                  <a:srgbClr val="102E4C"/>
                </a:solidFill>
                <a:latin typeface="Arial"/>
                <a:ea typeface="Arial"/>
                <a:cs typeface="Arial"/>
              </a:defRPr>
            </a:lvl3pPr>
            <a:lvl4pPr algn="l">
              <a:defRPr sz="2100" b="1">
                <a:solidFill>
                  <a:srgbClr val="102E4C"/>
                </a:solidFill>
                <a:latin typeface="Arial"/>
                <a:ea typeface="Arial"/>
                <a:cs typeface="Arial"/>
              </a:defRPr>
            </a:lvl4pPr>
            <a:lvl5pPr algn="l">
              <a:defRPr sz="2100" b="1">
                <a:solidFill>
                  <a:srgbClr val="102E4C"/>
                </a:solidFill>
                <a:latin typeface="Arial"/>
                <a:ea typeface="Arial"/>
                <a:cs typeface="Arial"/>
              </a:defRPr>
            </a:lvl5pPr>
            <a:lvl6pPr algn="l">
              <a:defRPr sz="2100" b="1">
                <a:solidFill>
                  <a:srgbClr val="102E4C"/>
                </a:solidFill>
                <a:latin typeface="Arial"/>
                <a:ea typeface="Arial"/>
                <a:cs typeface="Arial"/>
              </a:defRPr>
            </a:lvl6pPr>
            <a:lvl7pPr algn="l">
              <a:defRPr sz="2100" b="1">
                <a:solidFill>
                  <a:srgbClr val="102E4C"/>
                </a:solidFill>
                <a:latin typeface="Arial"/>
                <a:ea typeface="Arial"/>
                <a:cs typeface="Arial"/>
              </a:defRPr>
            </a:lvl7pPr>
            <a:lvl8pPr algn="l">
              <a:defRPr sz="2100" b="1">
                <a:solidFill>
                  <a:srgbClr val="102E4C"/>
                </a:solidFill>
                <a:latin typeface="Arial"/>
                <a:ea typeface="Arial"/>
                <a:cs typeface="Arial"/>
              </a:defRPr>
            </a:lvl8pPr>
            <a:lvl9pPr algn="l">
              <a:defRPr sz="2100" b="1">
                <a:solidFill>
                  <a:srgbClr val="102E4C"/>
                </a:solidFill>
                <a:latin typeface="Arial"/>
                <a:ea typeface="Arial"/>
                <a:cs typeface="Arial"/>
              </a:defRPr>
            </a:lvl9pPr>
          </a:lstStyle>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RETURN</a:t>
            </a:r>
          </a:p>
          <a:p xmlns:a="http://schemas.openxmlformats.org/drawingml/2006/main">
            <a:pPr algn="l">
              <a:defRPr sz="2100" b="1">
                <a:solidFill>
                  <a:srgbClr val="102E4C"/>
                </a:solidFill>
                <a:latin typeface="Arial"/>
                <a:ea typeface="Arial"/>
                <a:cs typeface="Arial"/>
              </a:defRPr>
            </a:pPr>
            <a:r>
              <a:rPr sz="2100" b="1">
                <a:solidFill>
                  <a:srgbClr val="102E4C"/>
                </a:solidFill>
                <a:latin typeface="Arial"/>
                <a:ea typeface="Arial"/>
                <a:cs typeface="Arial"/>
              </a:rPr>
              <a:t>Assess product quality</a:t>
            </a:r>
          </a:p>
        </p:txBody>
      </p:sp>
      <p:sp>
        <p:nvSpPr>
          <p:cNvPr id="11" name="">
            <a:extLst xmlns:a="http://schemas.openxmlformats.org/drawingml/2006/main">
              <a:ext uri="{FF2B5EF4-FFF2-40B4-BE49-F238E27FC236}">
                <a16:creationId xmlns:a16="http://schemas.microsoft.com/office/drawing/2014/main" id="{209713E6-B0DD-4707-B5C2-4DEAEE4DCEA5}"/>
              </a:ext>
            </a:extLst>
          </p:cNvPr>
          <p:cNvSpPr>
            <a:spLocks xmlns:a="http://schemas.openxmlformats.org/drawingml/2006/main" noGrp="1"/>
          </p:cNvSpPr>
          <p:nvPr/>
        </p:nvSpPr>
        <p:spPr>
          <a:xfrm xmlns:a="http://schemas.openxmlformats.org/drawingml/2006/main">
            <a:off x="2857500" y="4762500"/>
            <a:ext cx="6477000" cy="857250"/>
          </a:xfrm>
          <a:prstGeom xmlns:a="http://schemas.openxmlformats.org/drawingml/2006/main" prst="rect">
            <a:avLst/>
          </a:prstGeom>
          <a:solidFill xmlns:a="http://schemas.openxmlformats.org/drawingml/2006/main">
            <a:srgbClr val="102E4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46E5C2-66CE-4FA1-ACE5-85BAAB45BDC2}"/>
              </a:ext>
            </a:extLst>
          </p:cNvPr>
          <p:cNvSpPr>
            <a:spLocks xmlns:a="http://schemas.openxmlformats.org/drawingml/2006/main" noGrp="1"/>
          </p:cNvSpPr>
          <p:nvPr/>
        </p:nvSpPr>
        <p:spPr>
          <a:xfrm xmlns:a="http://schemas.openxmlformats.org/drawingml/2006/main">
            <a:off x="3028950" y="4924425"/>
            <a:ext cx="613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Documented, authorized disposition</a:t>
            </a:r>
          </a:p>
        </p:txBody>
      </p:sp>
      <p:sp>
        <p:nvSpPr>
          <p:cNvPr id="15" name="">
            <a:extLst xmlns:a="http://schemas.openxmlformats.org/drawingml/2006/main">
              <a:ext uri="{FF2B5EF4-FFF2-40B4-BE49-F238E27FC236}">
                <a16:creationId xmlns:a16="http://schemas.microsoft.com/office/drawing/2014/main" id="{80CC0FF6-D680-4AA5-B2FC-4E0EBF8025DE}"/>
              </a:ext>
            </a:extLst>
          </p:cNvPr>
          <p:cNvSpPr>
            <a:spLocks xmlns:a="http://schemas.openxmlformats.org/drawingml/2006/main" noGrp="1"/>
          </p:cNvSpPr>
          <p:nvPr/>
        </p:nvSpPr>
        <p:spPr>
          <a:xfrm xmlns:a="http://schemas.openxmlformats.org/drawingml/2006/main">
            <a:off x="609600" y="59340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657B8F"/>
                </a:solidFill>
                <a:latin typeface="Arial"/>
                <a:ea typeface="Arial"/>
                <a:cs typeface="Arial"/>
              </a:defRPr>
            </a:defPPr>
            <a:lvl1pPr algn="l">
              <a:defRPr sz="1650" b="0">
                <a:solidFill>
                  <a:srgbClr val="657B8F"/>
                </a:solidFill>
                <a:latin typeface="Arial"/>
                <a:ea typeface="Arial"/>
                <a:cs typeface="Arial"/>
              </a:defRPr>
            </a:lvl1pPr>
            <a:lvl2pPr algn="l">
              <a:defRPr sz="1650" b="0">
                <a:solidFill>
                  <a:srgbClr val="657B8F"/>
                </a:solidFill>
                <a:latin typeface="Arial"/>
                <a:ea typeface="Arial"/>
                <a:cs typeface="Arial"/>
              </a:defRPr>
            </a:lvl2pPr>
            <a:lvl3pPr algn="l">
              <a:defRPr sz="1650" b="0">
                <a:solidFill>
                  <a:srgbClr val="657B8F"/>
                </a:solidFill>
                <a:latin typeface="Arial"/>
                <a:ea typeface="Arial"/>
                <a:cs typeface="Arial"/>
              </a:defRPr>
            </a:lvl3pPr>
            <a:lvl4pPr algn="l">
              <a:defRPr sz="1650" b="0">
                <a:solidFill>
                  <a:srgbClr val="657B8F"/>
                </a:solidFill>
                <a:latin typeface="Arial"/>
                <a:ea typeface="Arial"/>
                <a:cs typeface="Arial"/>
              </a:defRPr>
            </a:lvl4pPr>
            <a:lvl5pPr algn="l">
              <a:defRPr sz="1650" b="0">
                <a:solidFill>
                  <a:srgbClr val="657B8F"/>
                </a:solidFill>
                <a:latin typeface="Arial"/>
                <a:ea typeface="Arial"/>
                <a:cs typeface="Arial"/>
              </a:defRPr>
            </a:lvl5pPr>
            <a:lvl6pPr algn="l">
              <a:defRPr sz="1650" b="0">
                <a:solidFill>
                  <a:srgbClr val="657B8F"/>
                </a:solidFill>
                <a:latin typeface="Arial"/>
                <a:ea typeface="Arial"/>
                <a:cs typeface="Arial"/>
              </a:defRPr>
            </a:lvl6pPr>
            <a:lvl7pPr algn="l">
              <a:defRPr sz="1650" b="0">
                <a:solidFill>
                  <a:srgbClr val="657B8F"/>
                </a:solidFill>
                <a:latin typeface="Arial"/>
                <a:ea typeface="Arial"/>
                <a:cs typeface="Arial"/>
              </a:defRPr>
            </a:lvl7pPr>
            <a:lvl8pPr algn="l">
              <a:defRPr sz="1650" b="0">
                <a:solidFill>
                  <a:srgbClr val="657B8F"/>
                </a:solidFill>
                <a:latin typeface="Arial"/>
                <a:ea typeface="Arial"/>
                <a:cs typeface="Arial"/>
              </a:defRPr>
            </a:lvl8pPr>
            <a:lvl9pPr algn="l">
              <a:defRPr sz="1650" b="0">
                <a:solidFill>
                  <a:srgbClr val="657B8F"/>
                </a:solidFill>
                <a:latin typeface="Arial"/>
                <a:ea typeface="Arial"/>
                <a:cs typeface="Arial"/>
              </a:defRPr>
            </a:lvl9pPr>
          </a:lstStyle>
          <a:p xmlns:a="http://schemas.openxmlformats.org/drawingml/2006/main">
            <a:pPr algn="l">
              <a:defRPr sz="1650" b="0">
                <a:solidFill>
                  <a:srgbClr val="657B8F"/>
                </a:solidFill>
                <a:latin typeface="Arial"/>
                <a:ea typeface="Arial"/>
                <a:cs typeface="Arial"/>
              </a:defRPr>
            </a:pPr>
            <a:r>
              <a:rPr sz="1650" b="0">
                <a:solidFill>
                  <a:srgbClr val="657B8F"/>
                </a:solidFill>
                <a:latin typeface="Arial"/>
                <a:ea typeface="Arial"/>
                <a:cs typeface="Arial"/>
              </a:rPr>
              <a:t>Investigate root cause and preserve the evidence for the decision.</a:t>
            </a:r>
          </a:p>
        </p:txBody>
      </p:sp>
    </p:spTree>
    <p:extLst>
      <p:ext uri="{BB962C8B-B14F-4D97-AF65-F5344CB8AC3E}">
        <p14:creationId xmlns:p14="http://schemas.microsoft.com/office/powerpoint/2010/main" val="16529024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C218EC-9C7D-4776-9873-BC2C9820A86D}"/>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4455BD46-DDB3-4C26-ADC8-836009C38CE8}"/>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5AFE40EA-A14C-4821-A94D-204D79C12295}"/>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06 / SPECIAL SITUATIONS</a:t>
            </a:r>
          </a:p>
        </p:txBody>
      </p:sp>
      <p:sp>
        <p:nvSpPr>
          <p:cNvPr id="4" name="">
            <a:extLst xmlns:a="http://schemas.openxmlformats.org/drawingml/2006/main">
              <a:ext uri="{FF2B5EF4-FFF2-40B4-BE49-F238E27FC236}">
                <a16:creationId xmlns:a16="http://schemas.microsoft.com/office/drawing/2014/main" id="{20DA54C6-77AB-4292-90DB-411E84B0CB64}"/>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Suspected counterfeit products</a:t>
            </a:r>
          </a:p>
        </p:txBody>
      </p:sp>
      <p:sp>
        <p:nvSpPr>
          <p:cNvPr id="5" name="">
            <a:extLst xmlns:a="http://schemas.openxmlformats.org/drawingml/2006/main">
              <a:ext uri="{FF2B5EF4-FFF2-40B4-BE49-F238E27FC236}">
                <a16:creationId xmlns:a16="http://schemas.microsoft.com/office/drawing/2014/main" id="{2DD48677-8E0C-43E5-830D-7F84FC4F5408}"/>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23 / 26</a:t>
            </a:r>
          </a:p>
        </p:txBody>
      </p:sp>
      <p:sp>
        <p:nvSpPr>
          <p:cNvPr id="6" name="">
            <a:extLst xmlns:a="http://schemas.openxmlformats.org/drawingml/2006/main">
              <a:ext uri="{FF2B5EF4-FFF2-40B4-BE49-F238E27FC236}">
                <a16:creationId xmlns:a16="http://schemas.microsoft.com/office/drawing/2014/main" id="{E44F3765-DA3F-490E-BA5E-DCDAE44D66A3}"/>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66C72096-5A9C-4B66-8D4F-F67BB472922F}"/>
              </a:ext>
            </a:extLst>
          </p:cNvPr>
          <p:cNvSpPr>
            <a:spLocks xmlns:a="http://schemas.openxmlformats.org/drawingml/2006/main" noGrp="1"/>
          </p:cNvSpPr>
          <p:nvPr/>
        </p:nvSpPr>
        <p:spPr>
          <a:xfrm xmlns:a="http://schemas.openxmlformats.org/drawingml/2006/main">
            <a:off x="609600" y="2533650"/>
            <a:ext cx="10858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657B8F"/>
                </a:solidFill>
                <a:latin typeface="Arial"/>
                <a:ea typeface="Arial"/>
                <a:cs typeface="Arial"/>
              </a:defRPr>
            </a:defPPr>
            <a:lvl1pPr algn="l">
              <a:defRPr sz="1800" b="0">
                <a:solidFill>
                  <a:srgbClr val="657B8F"/>
                </a:solidFill>
                <a:latin typeface="Arial"/>
                <a:ea typeface="Arial"/>
                <a:cs typeface="Arial"/>
              </a:defRPr>
            </a:lvl1pPr>
            <a:lvl2pPr algn="l">
              <a:defRPr sz="1800" b="0">
                <a:solidFill>
                  <a:srgbClr val="657B8F"/>
                </a:solidFill>
                <a:latin typeface="Arial"/>
                <a:ea typeface="Arial"/>
                <a:cs typeface="Arial"/>
              </a:defRPr>
            </a:lvl2pPr>
            <a:lvl3pPr algn="l">
              <a:defRPr sz="1800" b="0">
                <a:solidFill>
                  <a:srgbClr val="657B8F"/>
                </a:solidFill>
                <a:latin typeface="Arial"/>
                <a:ea typeface="Arial"/>
                <a:cs typeface="Arial"/>
              </a:defRPr>
            </a:lvl3pPr>
            <a:lvl4pPr algn="l">
              <a:defRPr sz="1800" b="0">
                <a:solidFill>
                  <a:srgbClr val="657B8F"/>
                </a:solidFill>
                <a:latin typeface="Arial"/>
                <a:ea typeface="Arial"/>
                <a:cs typeface="Arial"/>
              </a:defRPr>
            </a:lvl4pPr>
            <a:lvl5pPr algn="l">
              <a:defRPr sz="1800" b="0">
                <a:solidFill>
                  <a:srgbClr val="657B8F"/>
                </a:solidFill>
                <a:latin typeface="Arial"/>
                <a:ea typeface="Arial"/>
                <a:cs typeface="Arial"/>
              </a:defRPr>
            </a:lvl5pPr>
            <a:lvl6pPr algn="l">
              <a:defRPr sz="1800" b="0">
                <a:solidFill>
                  <a:srgbClr val="657B8F"/>
                </a:solidFill>
                <a:latin typeface="Arial"/>
                <a:ea typeface="Arial"/>
                <a:cs typeface="Arial"/>
              </a:defRPr>
            </a:lvl6pPr>
            <a:lvl7pPr algn="l">
              <a:defRPr sz="1800" b="0">
                <a:solidFill>
                  <a:srgbClr val="657B8F"/>
                </a:solidFill>
                <a:latin typeface="Arial"/>
                <a:ea typeface="Arial"/>
                <a:cs typeface="Arial"/>
              </a:defRPr>
            </a:lvl7pPr>
            <a:lvl8pPr algn="l">
              <a:defRPr sz="1800" b="0">
                <a:solidFill>
                  <a:srgbClr val="657B8F"/>
                </a:solidFill>
                <a:latin typeface="Arial"/>
                <a:ea typeface="Arial"/>
                <a:cs typeface="Arial"/>
              </a:defRPr>
            </a:lvl8pPr>
            <a:lvl9pPr algn="l">
              <a:defRPr sz="1800" b="0">
                <a:solidFill>
                  <a:srgbClr val="657B8F"/>
                </a:solidFill>
                <a:latin typeface="Arial"/>
                <a:ea typeface="Arial"/>
                <a:cs typeface="Arial"/>
              </a:defRPr>
            </a:lvl9pPr>
          </a:lstStyle>
          <a:p xmlns:a="http://schemas.openxmlformats.org/drawingml/2006/main">
            <a:pPr algn="l">
              <a:defRPr sz="1800" b="0">
                <a:solidFill>
                  <a:srgbClr val="657B8F"/>
                </a:solidFill>
                <a:latin typeface="Arial"/>
                <a:ea typeface="Arial"/>
                <a:cs typeface="Arial"/>
              </a:defRPr>
            </a:pPr>
            <a:r>
              <a:rPr sz="1800" b="0">
                <a:solidFill>
                  <a:srgbClr val="657B8F"/>
                </a:solidFill>
                <a:latin typeface="Arial"/>
                <a:ea typeface="Arial"/>
                <a:cs typeface="Arial"/>
              </a:rPr>
              <a:t>An unusual pack is a signal to investigate. Appearance alone does not prove authenticity.</a:t>
            </a:r>
          </a:p>
        </p:txBody>
      </p:sp>
      <p:graphicFrame>
        <p:nvGraphicFramePr>
          <p:cNvPr id="8" name="">
            <a:extLst xmlns:a="http://schemas.openxmlformats.org/drawingml/2006/main">
              <a:ext uri="{FF2B5EF4-FFF2-40B4-BE49-F238E27FC236}">
                <a16:creationId xmlns:a16="http://schemas.microsoft.com/office/drawing/2014/main" id="{35E6981F-C25A-432C-8734-BB2A36772636}"/>
              </a:ext>
            </a:extLst>
          </p:cNvPr>
          <p:cNvGraphicFramePr/>
          <p:nvPr/>
        </p:nvGraphicFramePr>
        <p:xfrm>
          <a:off xmlns:a="http://schemas.openxmlformats.org/drawingml/2006/main" x="609600" y="3438525"/>
          <a:ext xmlns:a="http://schemas.openxmlformats.org/drawingml/2006/main" cx="10858500" cy="2095500"/>
        </p:xfrm>
        <a:graphic xmlns:a="http://schemas.openxmlformats.org/drawingml/2006/main">
          <a:graphicData uri="http://schemas.openxmlformats.org/drawingml/2006/table">
            <a:tbl>
              <a:tblPr/>
              <a:tblGrid>
                <a:gridCol w="3714750"/>
                <a:gridCol w="7143750"/>
              </a:tblGrid>
              <a:tr h="523875">
                <a:tc>
                  <a:txBody>
                    <a:bodyPr/>
                    <a:lstStyle/>
                    <a:p>
                      <a:r>
                        <a:rPr sz="1425" b="1">
                          <a:solidFill>
                            <a:srgbClr val="FFFFFF"/>
                          </a:solidFill>
                          <a:latin typeface="Arial"/>
                          <a:ea typeface="Arial"/>
                          <a:cs typeface="Arial"/>
                        </a:rPr>
                        <a:t>CHECK</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778B7"/>
                    </a:solidFill>
                  </a:tcPr>
                </a:tc>
                <a:tc>
                  <a:txBody>
                    <a:bodyPr/>
                    <a:lstStyle/>
                    <a:p>
                      <a:r>
                        <a:rPr sz="1425" b="1">
                          <a:solidFill>
                            <a:srgbClr val="FFFFFF"/>
                          </a:solidFill>
                          <a:latin typeface="Arial"/>
                          <a:ea typeface="Arial"/>
                          <a:cs typeface="Arial"/>
                        </a:rPr>
                        <a:t>IF SOMETHING IS UNEXPECTED</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778B7"/>
                    </a:solidFill>
                  </a:tcPr>
                </a:tc>
              </a:tr>
              <a:tr h="523875">
                <a:tc>
                  <a:txBody>
                    <a:bodyPr/>
                    <a:lstStyle/>
                    <a:p>
                      <a:r>
                        <a:rPr sz="1875" b="1">
                          <a:solidFill>
                            <a:srgbClr val="102E4C"/>
                          </a:solidFill>
                          <a:latin typeface="Arial"/>
                          <a:ea typeface="Arial"/>
                          <a:cs typeface="Arial"/>
                        </a:rPr>
                        <a:t>Product and source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EF5F8"/>
                    </a:solidFill>
                  </a:tcPr>
                </a:tc>
                <a:tc>
                  <a:txBody>
                    <a:bodyPr/>
                    <a:lstStyle/>
                    <a:p>
                      <a:r>
                        <a:rPr sz="1875" b="0">
                          <a:solidFill>
                            <a:srgbClr val="102E4C"/>
                          </a:solidFill>
                          <a:latin typeface="Arial"/>
                          <a:ea typeface="Arial"/>
                          <a:cs typeface="Arial"/>
                        </a:rPr>
                        <a:t>Verify against approved records</a:t>
                      </a:r>
                    </a:p>
                  </a:txBody>
                  <a:tcPr marL="91440" marR="91440" marT="45720" marB="45720">
                    <a:lnR w="19050">
                      <a:solidFill>
                        <a:srgbClr val="FFFFFF"/>
                      </a:solidFill>
                      <a:prstDash val="solid"/>
                    </a:lnR>
                    <a:lnB w="19050">
                      <a:solidFill>
                        <a:srgbClr val="FFFFFF"/>
                      </a:solidFill>
                      <a:prstDash val="solid"/>
                    </a:lnB>
                    <a:solidFill>
                      <a:srgbClr val="EEF5F8"/>
                    </a:solidFill>
                  </a:tcPr>
                </a:tc>
              </a:tr>
              <a:tr h="523875">
                <a:tc>
                  <a:txBody>
                    <a:bodyPr/>
                    <a:lstStyle/>
                    <a:p>
                      <a:r>
                        <a:rPr sz="1875" b="1">
                          <a:solidFill>
                            <a:srgbClr val="102E4C"/>
                          </a:solidFill>
                          <a:latin typeface="Arial"/>
                          <a:ea typeface="Arial"/>
                          <a:cs typeface="Arial"/>
                        </a:rPr>
                        <a:t>Packaging and batch</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EF5F8"/>
                    </a:solidFill>
                  </a:tcPr>
                </a:tc>
                <a:tc>
                  <a:txBody>
                    <a:bodyPr/>
                    <a:lstStyle/>
                    <a:p>
                      <a:r>
                        <a:rPr sz="1875" b="0">
                          <a:solidFill>
                            <a:srgbClr val="102E4C"/>
                          </a:solidFill>
                          <a:latin typeface="Arial"/>
                          <a:ea typeface="Arial"/>
                          <a:cs typeface="Arial"/>
                        </a:rPr>
                        <a:t>Inspect and reconcile the details</a:t>
                      </a:r>
                    </a:p>
                  </a:txBody>
                  <a:tcPr marL="91440" marR="91440" marT="45720" marB="45720">
                    <a:lnR w="19050">
                      <a:solidFill>
                        <a:srgbClr val="FFFFFF"/>
                      </a:solidFill>
                      <a:prstDash val="solid"/>
                    </a:lnR>
                    <a:lnB w="19050">
                      <a:solidFill>
                        <a:srgbClr val="FFFFFF"/>
                      </a:solidFill>
                      <a:prstDash val="solid"/>
                    </a:lnB>
                    <a:solidFill>
                      <a:srgbClr val="EEF5F8"/>
                    </a:solidFill>
                  </a:tcPr>
                </a:tc>
              </a:tr>
              <a:tr h="523875">
                <a:tc>
                  <a:txBody>
                    <a:bodyPr/>
                    <a:lstStyle/>
                    <a:p>
                      <a:r>
                        <a:rPr sz="1875" b="1">
                          <a:solidFill>
                            <a:srgbClr val="102E4C"/>
                          </a:solidFill>
                          <a:latin typeface="Arial"/>
                          <a:ea typeface="Arial"/>
                          <a:cs typeface="Arial"/>
                        </a:rPr>
                        <a:t>Quality concern</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EF5F8"/>
                    </a:solidFill>
                  </a:tcPr>
                </a:tc>
                <a:tc>
                  <a:txBody>
                    <a:bodyPr/>
                    <a:lstStyle/>
                    <a:p>
                      <a:r>
                        <a:rPr sz="1875" b="0">
                          <a:solidFill>
                            <a:srgbClr val="102E4C"/>
                          </a:solidFill>
                          <a:latin typeface="Arial"/>
                          <a:ea typeface="Arial"/>
                          <a:cs typeface="Arial"/>
                        </a:rPr>
                        <a:t>Escalate through the approved procedure</a:t>
                      </a:r>
                    </a:p>
                  </a:txBody>
                  <a:tcPr marL="91440" marR="91440" marT="45720" marB="45720">
                    <a:lnR w="19050">
                      <a:solidFill>
                        <a:srgbClr val="FFFFFF"/>
                      </a:solidFill>
                      <a:prstDash val="solid"/>
                    </a:lnR>
                    <a:lnB w="19050">
                      <a:solidFill>
                        <a:srgbClr val="FFFFFF"/>
                      </a:solidFill>
                      <a:prstDash val="solid"/>
                    </a:lnB>
                    <a:solidFill>
                      <a:srgbClr val="EEF5F8"/>
                    </a:solidFill>
                  </a:tcPr>
                </a:tc>
              </a:tr>
            </a:tbl>
          </a:graphicData>
        </a:graphic>
      </p:graphicFrame>
      <p:sp>
        <p:nvSpPr>
          <p:cNvPr id="9" name="">
            <a:extLst xmlns:a="http://schemas.openxmlformats.org/drawingml/2006/main">
              <a:ext uri="{FF2B5EF4-FFF2-40B4-BE49-F238E27FC236}">
                <a16:creationId xmlns:a16="http://schemas.microsoft.com/office/drawing/2014/main" id="{F9507DC5-16E1-46E7-A2D7-B4C6FF9713BE}"/>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What signs could make you question a product or delivery?</a:t>
            </a:r>
          </a:p>
        </p:txBody>
      </p:sp>
    </p:spTree>
    <p:extLst>
      <p:ext uri="{BB962C8B-B14F-4D97-AF65-F5344CB8AC3E}">
        <p14:creationId xmlns:p14="http://schemas.microsoft.com/office/powerpoint/2010/main" val="157803682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A02F88E4-EB5D-4229-84E3-4851923D06D4}"/>
              </a:ext>
            </a:extLst>
          </p:cNvPr>
          <p:cNvCxnSpPr>
            <a:stCxn xmlns:a="http://schemas.openxmlformats.org/drawingml/2006/main" id="17" idx="3"/>
            <a:endCxn xmlns:a="http://schemas.openxmlformats.org/drawingml/2006/main" id="20" idx="1"/>
          </p:cNvCxnSpPr>
          <p:nvPr/>
        </p:nvCxnSpPr>
        <p:spPr>
          <a:xfrm xmlns:a="http://schemas.openxmlformats.org/drawingml/2006/main">
            <a:off x="9296400" y="4257675"/>
            <a:ext cx="22860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E5563340-000B-425C-90DC-EC3CC8ABFEE0}"/>
              </a:ext>
            </a:extLst>
          </p:cNvPr>
          <p:cNvCxnSpPr>
            <a:stCxn xmlns:a="http://schemas.openxmlformats.org/drawingml/2006/main" id="14" idx="3"/>
            <a:endCxn xmlns:a="http://schemas.openxmlformats.org/drawingml/2006/main" id="17" idx="1"/>
          </p:cNvCxnSpPr>
          <p:nvPr/>
        </p:nvCxnSpPr>
        <p:spPr>
          <a:xfrm xmlns:a="http://schemas.openxmlformats.org/drawingml/2006/main">
            <a:off x="7067550" y="4257675"/>
            <a:ext cx="22860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EAE21816-6294-4D38-8865-0D1D7AE51753}"/>
              </a:ext>
            </a:extLst>
          </p:cNvPr>
          <p:cNvCxnSpPr>
            <a:stCxn xmlns:a="http://schemas.openxmlformats.org/drawingml/2006/main" id="11" idx="3"/>
            <a:endCxn xmlns:a="http://schemas.openxmlformats.org/drawingml/2006/main" id="14" idx="1"/>
          </p:cNvCxnSpPr>
          <p:nvPr/>
        </p:nvCxnSpPr>
        <p:spPr>
          <a:xfrm xmlns:a="http://schemas.openxmlformats.org/drawingml/2006/main">
            <a:off x="4838700" y="4257675"/>
            <a:ext cx="22860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8013769-095D-4540-9819-E058B2EE90B8}"/>
              </a:ext>
            </a:extLst>
          </p:cNvPr>
          <p:cNvCxnSpPr>
            <a:stCxn xmlns:a="http://schemas.openxmlformats.org/drawingml/2006/main" id="8" idx="3"/>
            <a:endCxn xmlns:a="http://schemas.openxmlformats.org/drawingml/2006/main" id="11" idx="1"/>
          </p:cNvCxnSpPr>
          <p:nvPr/>
        </p:nvCxnSpPr>
        <p:spPr>
          <a:xfrm xmlns:a="http://schemas.openxmlformats.org/drawingml/2006/main">
            <a:off x="2609850" y="4257675"/>
            <a:ext cx="228600" cy="0"/>
          </a:xfrm>
          <a:prstGeom xmlns:a="http://schemas.openxmlformats.org/drawingml/2006/main" prst="straightConnector1">
            <a:avLst/>
          </a:prstGeom>
          <a:ln xmlns:a="http://schemas.openxmlformats.org/drawingml/2006/main" w="20955">
            <a:solidFill>
              <a:srgbClr val="1778B7"/>
            </a:solidFill>
            <a:prstDash val="solid"/>
            <a:tailEnd type="triangle" w="sm" len="sm"/>
          </a:ln>
        </p:spPr>
      </p:cxnSp>
      <p:sp>
        <p:nvSpPr>
          <p:cNvPr id="28" name="">
            <a:extLst xmlns:a="http://schemas.openxmlformats.org/drawingml/2006/main">
              <a:ext uri="{FF2B5EF4-FFF2-40B4-BE49-F238E27FC236}">
                <a16:creationId xmlns:a16="http://schemas.microsoft.com/office/drawing/2014/main" id="{61CFD561-A964-4F40-8D30-FC4070125B21}"/>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F00EC13E-CF61-4632-9AEF-3A490871C229}"/>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146351FC-CD95-4F62-8397-067FC6FBE9D6}"/>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06 / SPECIAL SITUATIONS</a:t>
            </a:r>
          </a:p>
        </p:txBody>
      </p:sp>
      <p:sp>
        <p:nvSpPr>
          <p:cNvPr id="4" name="">
            <a:extLst xmlns:a="http://schemas.openxmlformats.org/drawingml/2006/main">
              <a:ext uri="{FF2B5EF4-FFF2-40B4-BE49-F238E27FC236}">
                <a16:creationId xmlns:a16="http://schemas.microsoft.com/office/drawing/2014/main" id="{30C95CA4-094D-43B7-853B-6F20031C0612}"/>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Product recall process</a:t>
            </a:r>
          </a:p>
        </p:txBody>
      </p:sp>
      <p:sp>
        <p:nvSpPr>
          <p:cNvPr id="5" name="">
            <a:extLst xmlns:a="http://schemas.openxmlformats.org/drawingml/2006/main">
              <a:ext uri="{FF2B5EF4-FFF2-40B4-BE49-F238E27FC236}">
                <a16:creationId xmlns:a16="http://schemas.microsoft.com/office/drawing/2014/main" id="{356CF6BA-6CB6-4E52-BB68-8D36529AA4F6}"/>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24 / 26</a:t>
            </a:r>
          </a:p>
        </p:txBody>
      </p:sp>
      <p:sp>
        <p:nvSpPr>
          <p:cNvPr id="6" name="">
            <a:extLst xmlns:a="http://schemas.openxmlformats.org/drawingml/2006/main">
              <a:ext uri="{FF2B5EF4-FFF2-40B4-BE49-F238E27FC236}">
                <a16:creationId xmlns:a16="http://schemas.microsoft.com/office/drawing/2014/main" id="{D92DD0B7-2EA3-4AFA-ABD1-651F592D700A}"/>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33B7741B-80BD-4137-B85A-F0C1DC0E9E4F}"/>
              </a:ext>
            </a:extLst>
          </p:cNvPr>
          <p:cNvSpPr>
            <a:spLocks xmlns:a="http://schemas.openxmlformats.org/drawingml/2006/main" noGrp="1"/>
          </p:cNvSpPr>
          <p:nvPr/>
        </p:nvSpPr>
        <p:spPr>
          <a:xfrm xmlns:a="http://schemas.openxmlformats.org/drawingml/2006/main">
            <a:off x="609600" y="2943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6DD195E-213B-4F7C-A87E-8EAFE061B71C}"/>
              </a:ext>
            </a:extLst>
          </p:cNvPr>
          <p:cNvSpPr>
            <a:spLocks xmlns:a="http://schemas.openxmlformats.org/drawingml/2006/main" noGrp="1"/>
          </p:cNvSpPr>
          <p:nvPr/>
        </p:nvSpPr>
        <p:spPr>
          <a:xfrm xmlns:a="http://schemas.openxmlformats.org/drawingml/2006/main">
            <a:off x="609600" y="3781425"/>
            <a:ext cx="2000250" cy="9525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89B5652-5540-4213-91F2-387E37DAFDBF}"/>
              </a:ext>
            </a:extLst>
          </p:cNvPr>
          <p:cNvSpPr>
            <a:spLocks xmlns:a="http://schemas.openxmlformats.org/drawingml/2006/main" noGrp="1"/>
          </p:cNvSpPr>
          <p:nvPr/>
        </p:nvSpPr>
        <p:spPr>
          <a:xfrm xmlns:a="http://schemas.openxmlformats.org/drawingml/2006/main">
            <a:off x="781050" y="3943350"/>
            <a:ext cx="1657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Identify issue</a:t>
            </a:r>
          </a:p>
        </p:txBody>
      </p:sp>
      <p:sp>
        <p:nvSpPr>
          <p:cNvPr id="10" name="">
            <a:extLst xmlns:a="http://schemas.openxmlformats.org/drawingml/2006/main">
              <a:ext uri="{FF2B5EF4-FFF2-40B4-BE49-F238E27FC236}">
                <a16:creationId xmlns:a16="http://schemas.microsoft.com/office/drawing/2014/main" id="{75F0C410-3E13-495B-8A8F-3D8C3EBB7B98}"/>
              </a:ext>
            </a:extLst>
          </p:cNvPr>
          <p:cNvSpPr>
            <a:spLocks xmlns:a="http://schemas.openxmlformats.org/drawingml/2006/main" noGrp="1"/>
          </p:cNvSpPr>
          <p:nvPr/>
        </p:nvSpPr>
        <p:spPr>
          <a:xfrm xmlns:a="http://schemas.openxmlformats.org/drawingml/2006/main">
            <a:off x="2838450" y="2943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E1CC736-7C68-4836-BA63-484AADD42099}"/>
              </a:ext>
            </a:extLst>
          </p:cNvPr>
          <p:cNvSpPr>
            <a:spLocks xmlns:a="http://schemas.openxmlformats.org/drawingml/2006/main" noGrp="1"/>
          </p:cNvSpPr>
          <p:nvPr/>
        </p:nvSpPr>
        <p:spPr>
          <a:xfrm xmlns:a="http://schemas.openxmlformats.org/drawingml/2006/main">
            <a:off x="2838450" y="3781425"/>
            <a:ext cx="2000250" cy="9525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4D014E-8E8D-4AB5-8DE7-80CDC7827DDE}"/>
              </a:ext>
            </a:extLst>
          </p:cNvPr>
          <p:cNvSpPr>
            <a:spLocks xmlns:a="http://schemas.openxmlformats.org/drawingml/2006/main" noGrp="1"/>
          </p:cNvSpPr>
          <p:nvPr/>
        </p:nvSpPr>
        <p:spPr>
          <a:xfrm xmlns:a="http://schemas.openxmlformats.org/drawingml/2006/main">
            <a:off x="3009900" y="3943350"/>
            <a:ext cx="1657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Assess risk</a:t>
            </a:r>
          </a:p>
        </p:txBody>
      </p:sp>
      <p:sp>
        <p:nvSpPr>
          <p:cNvPr id="13" name="">
            <a:extLst xmlns:a="http://schemas.openxmlformats.org/drawingml/2006/main">
              <a:ext uri="{FF2B5EF4-FFF2-40B4-BE49-F238E27FC236}">
                <a16:creationId xmlns:a16="http://schemas.microsoft.com/office/drawing/2014/main" id="{D5CC1E38-E9C9-40CE-B100-78698848D901}"/>
              </a:ext>
            </a:extLst>
          </p:cNvPr>
          <p:cNvSpPr>
            <a:spLocks xmlns:a="http://schemas.openxmlformats.org/drawingml/2006/main" noGrp="1"/>
          </p:cNvSpPr>
          <p:nvPr/>
        </p:nvSpPr>
        <p:spPr>
          <a:xfrm xmlns:a="http://schemas.openxmlformats.org/drawingml/2006/main">
            <a:off x="5067300" y="2943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CC44452-630B-4862-8A13-995218670840}"/>
              </a:ext>
            </a:extLst>
          </p:cNvPr>
          <p:cNvSpPr>
            <a:spLocks xmlns:a="http://schemas.openxmlformats.org/drawingml/2006/main" noGrp="1"/>
          </p:cNvSpPr>
          <p:nvPr/>
        </p:nvSpPr>
        <p:spPr>
          <a:xfrm xmlns:a="http://schemas.openxmlformats.org/drawingml/2006/main">
            <a:off x="5067300" y="3781425"/>
            <a:ext cx="2000250" cy="9525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8EF7496-26B5-4B63-A607-0BAB0C7302BD}"/>
              </a:ext>
            </a:extLst>
          </p:cNvPr>
          <p:cNvSpPr>
            <a:spLocks xmlns:a="http://schemas.openxmlformats.org/drawingml/2006/main" noGrp="1"/>
          </p:cNvSpPr>
          <p:nvPr/>
        </p:nvSpPr>
        <p:spPr>
          <a:xfrm xmlns:a="http://schemas.openxmlformats.org/drawingml/2006/main">
            <a:off x="5238750" y="3943350"/>
            <a:ext cx="1657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Notify</a:t>
            </a:r>
          </a:p>
        </p:txBody>
      </p:sp>
      <p:sp>
        <p:nvSpPr>
          <p:cNvPr id="16" name="">
            <a:extLst xmlns:a="http://schemas.openxmlformats.org/drawingml/2006/main">
              <a:ext uri="{FF2B5EF4-FFF2-40B4-BE49-F238E27FC236}">
                <a16:creationId xmlns:a16="http://schemas.microsoft.com/office/drawing/2014/main" id="{08927ABE-FA9C-4CB0-BBFE-2A85AFBCD366}"/>
              </a:ext>
            </a:extLst>
          </p:cNvPr>
          <p:cNvSpPr>
            <a:spLocks xmlns:a="http://schemas.openxmlformats.org/drawingml/2006/main" noGrp="1"/>
          </p:cNvSpPr>
          <p:nvPr/>
        </p:nvSpPr>
        <p:spPr>
          <a:xfrm xmlns:a="http://schemas.openxmlformats.org/drawingml/2006/main">
            <a:off x="7296150" y="2943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DD5075D8-454E-413C-99E4-58F659933B75}"/>
              </a:ext>
            </a:extLst>
          </p:cNvPr>
          <p:cNvSpPr>
            <a:spLocks xmlns:a="http://schemas.openxmlformats.org/drawingml/2006/main" noGrp="1"/>
          </p:cNvSpPr>
          <p:nvPr/>
        </p:nvSpPr>
        <p:spPr>
          <a:xfrm xmlns:a="http://schemas.openxmlformats.org/drawingml/2006/main">
            <a:off x="7296150" y="3781425"/>
            <a:ext cx="2000250" cy="952500"/>
          </a:xfrm>
          <a:prstGeom xmlns:a="http://schemas.openxmlformats.org/drawingml/2006/main" prst="rect">
            <a:avLst/>
          </a:prstGeom>
          <a:solidFill xmlns:a="http://schemas.openxmlformats.org/drawingml/2006/main">
            <a:srgbClr val="1778B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D2D3CA1-91A7-4AAE-AE09-383894ECF35E}"/>
              </a:ext>
            </a:extLst>
          </p:cNvPr>
          <p:cNvSpPr>
            <a:spLocks xmlns:a="http://schemas.openxmlformats.org/drawingml/2006/main" noGrp="1"/>
          </p:cNvSpPr>
          <p:nvPr/>
        </p:nvSpPr>
        <p:spPr>
          <a:xfrm xmlns:a="http://schemas.openxmlformats.org/drawingml/2006/main">
            <a:off x="7467600" y="3943350"/>
            <a:ext cx="1657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Recover stock</a:t>
            </a:r>
          </a:p>
        </p:txBody>
      </p:sp>
      <p:sp>
        <p:nvSpPr>
          <p:cNvPr id="19" name="">
            <a:extLst xmlns:a="http://schemas.openxmlformats.org/drawingml/2006/main">
              <a:ext uri="{FF2B5EF4-FFF2-40B4-BE49-F238E27FC236}">
                <a16:creationId xmlns:a16="http://schemas.microsoft.com/office/drawing/2014/main" id="{52118D8D-1F1F-4F22-8116-B504AB0D218A}"/>
              </a:ext>
            </a:extLst>
          </p:cNvPr>
          <p:cNvSpPr>
            <a:spLocks xmlns:a="http://schemas.openxmlformats.org/drawingml/2006/main" noGrp="1"/>
          </p:cNvSpPr>
          <p:nvPr/>
        </p:nvSpPr>
        <p:spPr>
          <a:xfrm xmlns:a="http://schemas.openxmlformats.org/drawingml/2006/main">
            <a:off x="9525000" y="29432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FF853394-E3E4-49DF-8FB9-A2FBAD57E71F}"/>
              </a:ext>
            </a:extLst>
          </p:cNvPr>
          <p:cNvSpPr>
            <a:spLocks xmlns:a="http://schemas.openxmlformats.org/drawingml/2006/main" noGrp="1"/>
          </p:cNvSpPr>
          <p:nvPr/>
        </p:nvSpPr>
        <p:spPr>
          <a:xfrm xmlns:a="http://schemas.openxmlformats.org/drawingml/2006/main">
            <a:off x="9525000" y="3781425"/>
            <a:ext cx="2000250" cy="952500"/>
          </a:xfrm>
          <a:prstGeom xmlns:a="http://schemas.openxmlformats.org/drawingml/2006/main" prst="rect">
            <a:avLst/>
          </a:prstGeom>
          <a:solidFill xmlns:a="http://schemas.openxmlformats.org/drawingml/2006/main">
            <a:srgbClr val="EEF5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5B58EC-2B90-4F44-AFB3-C6E6F54D00D5}"/>
              </a:ext>
            </a:extLst>
          </p:cNvPr>
          <p:cNvSpPr>
            <a:spLocks xmlns:a="http://schemas.openxmlformats.org/drawingml/2006/main" noGrp="1"/>
          </p:cNvSpPr>
          <p:nvPr/>
        </p:nvSpPr>
        <p:spPr>
          <a:xfrm xmlns:a="http://schemas.openxmlformats.org/drawingml/2006/main">
            <a:off x="9696450" y="3943350"/>
            <a:ext cx="1657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1">
                <a:solidFill>
                  <a:srgbClr val="102E4C"/>
                </a:solidFill>
                <a:latin typeface="Arial"/>
                <a:ea typeface="Arial"/>
                <a:cs typeface="Arial"/>
              </a:defRPr>
            </a:defPPr>
            <a:lvl1pPr algn="l">
              <a:defRPr sz="1875" b="1">
                <a:solidFill>
                  <a:srgbClr val="102E4C"/>
                </a:solidFill>
                <a:latin typeface="Arial"/>
                <a:ea typeface="Arial"/>
                <a:cs typeface="Arial"/>
              </a:defRPr>
            </a:lvl1pPr>
            <a:lvl2pPr algn="l">
              <a:defRPr sz="1875" b="1">
                <a:solidFill>
                  <a:srgbClr val="102E4C"/>
                </a:solidFill>
                <a:latin typeface="Arial"/>
                <a:ea typeface="Arial"/>
                <a:cs typeface="Arial"/>
              </a:defRPr>
            </a:lvl2pPr>
            <a:lvl3pPr algn="l">
              <a:defRPr sz="1875" b="1">
                <a:solidFill>
                  <a:srgbClr val="102E4C"/>
                </a:solidFill>
                <a:latin typeface="Arial"/>
                <a:ea typeface="Arial"/>
                <a:cs typeface="Arial"/>
              </a:defRPr>
            </a:lvl3pPr>
            <a:lvl4pPr algn="l">
              <a:defRPr sz="1875" b="1">
                <a:solidFill>
                  <a:srgbClr val="102E4C"/>
                </a:solidFill>
                <a:latin typeface="Arial"/>
                <a:ea typeface="Arial"/>
                <a:cs typeface="Arial"/>
              </a:defRPr>
            </a:lvl4pPr>
            <a:lvl5pPr algn="l">
              <a:defRPr sz="1875" b="1">
                <a:solidFill>
                  <a:srgbClr val="102E4C"/>
                </a:solidFill>
                <a:latin typeface="Arial"/>
                <a:ea typeface="Arial"/>
                <a:cs typeface="Arial"/>
              </a:defRPr>
            </a:lvl5pPr>
            <a:lvl6pPr algn="l">
              <a:defRPr sz="1875" b="1">
                <a:solidFill>
                  <a:srgbClr val="102E4C"/>
                </a:solidFill>
                <a:latin typeface="Arial"/>
                <a:ea typeface="Arial"/>
                <a:cs typeface="Arial"/>
              </a:defRPr>
            </a:lvl6pPr>
            <a:lvl7pPr algn="l">
              <a:defRPr sz="1875" b="1">
                <a:solidFill>
                  <a:srgbClr val="102E4C"/>
                </a:solidFill>
                <a:latin typeface="Arial"/>
                <a:ea typeface="Arial"/>
                <a:cs typeface="Arial"/>
              </a:defRPr>
            </a:lvl7pPr>
            <a:lvl8pPr algn="l">
              <a:defRPr sz="1875" b="1">
                <a:solidFill>
                  <a:srgbClr val="102E4C"/>
                </a:solidFill>
                <a:latin typeface="Arial"/>
                <a:ea typeface="Arial"/>
                <a:cs typeface="Arial"/>
              </a:defRPr>
            </a:lvl8pPr>
            <a:lvl9pPr algn="l">
              <a:defRPr sz="1875" b="1">
                <a:solidFill>
                  <a:srgbClr val="102E4C"/>
                </a:solidFill>
                <a:latin typeface="Arial"/>
                <a:ea typeface="Arial"/>
                <a:cs typeface="Arial"/>
              </a:defRPr>
            </a:lvl9pPr>
          </a:lstStyle>
          <a:p xmlns:a="http://schemas.openxmlformats.org/drawingml/2006/main">
            <a:pPr algn="l">
              <a:defRPr sz="1875" b="1">
                <a:solidFill>
                  <a:srgbClr val="102E4C"/>
                </a:solidFill>
                <a:latin typeface="Arial"/>
                <a:ea typeface="Arial"/>
                <a:cs typeface="Arial"/>
              </a:defRPr>
            </a:pPr>
            <a:r>
              <a:rPr sz="1875" b="1">
                <a:solidFill>
                  <a:srgbClr val="102E4C"/>
                </a:solidFill>
                <a:latin typeface="Arial"/>
                <a:ea typeface="Arial"/>
                <a:cs typeface="Arial"/>
              </a:rPr>
              <a:t>Investigate</a:t>
            </a:r>
          </a:p>
        </p:txBody>
      </p:sp>
      <p:sp>
        <p:nvSpPr>
          <p:cNvPr id="26" name="">
            <a:extLst xmlns:a="http://schemas.openxmlformats.org/drawingml/2006/main">
              <a:ext uri="{FF2B5EF4-FFF2-40B4-BE49-F238E27FC236}">
                <a16:creationId xmlns:a16="http://schemas.microsoft.com/office/drawing/2014/main" id="{3400CFE3-0668-4523-BCCD-BD50FE3DF3A0}"/>
              </a:ext>
            </a:extLst>
          </p:cNvPr>
          <p:cNvSpPr>
            <a:spLocks xmlns:a="http://schemas.openxmlformats.org/drawingml/2006/main" noGrp="1"/>
          </p:cNvSpPr>
          <p:nvPr/>
        </p:nvSpPr>
        <p:spPr>
          <a:xfrm xmlns:a="http://schemas.openxmlformats.org/drawingml/2006/main">
            <a:off x="609600" y="5219700"/>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778B7"/>
                </a:solidFill>
                <a:latin typeface="Arial"/>
                <a:ea typeface="Arial"/>
                <a:cs typeface="Arial"/>
              </a:defRPr>
            </a:defPPr>
            <a:lvl1pPr algn="l">
              <a:defRPr sz="1650" b="1">
                <a:solidFill>
                  <a:srgbClr val="1778B7"/>
                </a:solidFill>
                <a:latin typeface="Arial"/>
                <a:ea typeface="Arial"/>
                <a:cs typeface="Arial"/>
              </a:defRPr>
            </a:lvl1pPr>
            <a:lvl2pPr algn="l">
              <a:defRPr sz="1650" b="1">
                <a:solidFill>
                  <a:srgbClr val="1778B7"/>
                </a:solidFill>
                <a:latin typeface="Arial"/>
                <a:ea typeface="Arial"/>
                <a:cs typeface="Arial"/>
              </a:defRPr>
            </a:lvl2pPr>
            <a:lvl3pPr algn="l">
              <a:defRPr sz="1650" b="1">
                <a:solidFill>
                  <a:srgbClr val="1778B7"/>
                </a:solidFill>
                <a:latin typeface="Arial"/>
                <a:ea typeface="Arial"/>
                <a:cs typeface="Arial"/>
              </a:defRPr>
            </a:lvl3pPr>
            <a:lvl4pPr algn="l">
              <a:defRPr sz="1650" b="1">
                <a:solidFill>
                  <a:srgbClr val="1778B7"/>
                </a:solidFill>
                <a:latin typeface="Arial"/>
                <a:ea typeface="Arial"/>
                <a:cs typeface="Arial"/>
              </a:defRPr>
            </a:lvl4pPr>
            <a:lvl5pPr algn="l">
              <a:defRPr sz="1650" b="1">
                <a:solidFill>
                  <a:srgbClr val="1778B7"/>
                </a:solidFill>
                <a:latin typeface="Arial"/>
                <a:ea typeface="Arial"/>
                <a:cs typeface="Arial"/>
              </a:defRPr>
            </a:lvl5pPr>
            <a:lvl6pPr algn="l">
              <a:defRPr sz="1650" b="1">
                <a:solidFill>
                  <a:srgbClr val="1778B7"/>
                </a:solidFill>
                <a:latin typeface="Arial"/>
                <a:ea typeface="Arial"/>
                <a:cs typeface="Arial"/>
              </a:defRPr>
            </a:lvl6pPr>
            <a:lvl7pPr algn="l">
              <a:defRPr sz="1650" b="1">
                <a:solidFill>
                  <a:srgbClr val="1778B7"/>
                </a:solidFill>
                <a:latin typeface="Arial"/>
                <a:ea typeface="Arial"/>
                <a:cs typeface="Arial"/>
              </a:defRPr>
            </a:lvl7pPr>
            <a:lvl8pPr algn="l">
              <a:defRPr sz="1650" b="1">
                <a:solidFill>
                  <a:srgbClr val="1778B7"/>
                </a:solidFill>
                <a:latin typeface="Arial"/>
                <a:ea typeface="Arial"/>
                <a:cs typeface="Arial"/>
              </a:defRPr>
            </a:lvl8pPr>
            <a:lvl9pPr algn="l">
              <a:defRPr sz="1650" b="1">
                <a:solidFill>
                  <a:srgbClr val="1778B7"/>
                </a:solidFill>
                <a:latin typeface="Arial"/>
                <a:ea typeface="Arial"/>
                <a:cs typeface="Arial"/>
              </a:defRPr>
            </a:lvl9pPr>
          </a:lstStyle>
          <a:p xmlns:a="http://schemas.openxmlformats.org/drawingml/2006/main">
            <a:pPr algn="l">
              <a:defRPr sz="1650" b="1">
                <a:solidFill>
                  <a:srgbClr val="1778B7"/>
                </a:solidFill>
                <a:latin typeface="Arial"/>
                <a:ea typeface="Arial"/>
                <a:cs typeface="Arial"/>
              </a:defRPr>
            </a:pPr>
            <a:r>
              <a:rPr sz="1650" b="1">
                <a:solidFill>
                  <a:srgbClr val="1778B7"/>
                </a:solidFill>
                <a:latin typeface="Arial"/>
                <a:ea typeface="Arial"/>
                <a:cs typeface="Arial"/>
              </a:rPr>
              <a:t>TRACEABILITY ENABLES TARGETED ACTION</a:t>
            </a:r>
          </a:p>
        </p:txBody>
      </p:sp>
      <p:sp>
        <p:nvSpPr>
          <p:cNvPr id="27" name="">
            <a:extLst xmlns:a="http://schemas.openxmlformats.org/drawingml/2006/main">
              <a:ext uri="{FF2B5EF4-FFF2-40B4-BE49-F238E27FC236}">
                <a16:creationId xmlns:a16="http://schemas.microsoft.com/office/drawing/2014/main" id="{75C5C36E-39CD-4C99-9EF3-69D3E2040E53}"/>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Reliable distribution records identify the customers who received the affected batch</a:t>
            </a:r>
          </a:p>
        </p:txBody>
      </p:sp>
    </p:spTree>
    <p:extLst>
      <p:ext uri="{BB962C8B-B14F-4D97-AF65-F5344CB8AC3E}">
        <p14:creationId xmlns:p14="http://schemas.microsoft.com/office/powerpoint/2010/main" val="4072307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49A853-7726-49BB-AC70-2B82C4735D31}"/>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E89FBF07-F0E3-436B-BBAB-DCE358D1741D}"/>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0891CEBC-F80F-4D04-BDC6-9B3708D2DA60}"/>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07 / SUPPLIER MANAGEMENT</a:t>
            </a:r>
          </a:p>
        </p:txBody>
      </p:sp>
      <p:sp>
        <p:nvSpPr>
          <p:cNvPr id="4" name="">
            <a:extLst xmlns:a="http://schemas.openxmlformats.org/drawingml/2006/main">
              <a:ext uri="{FF2B5EF4-FFF2-40B4-BE49-F238E27FC236}">
                <a16:creationId xmlns:a16="http://schemas.microsoft.com/office/drawing/2014/main" id="{D73C37E3-CE7D-462D-93A5-18277F1D8CEF}"/>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Supplier qualification and audits</a:t>
            </a:r>
          </a:p>
        </p:txBody>
      </p:sp>
      <p:sp>
        <p:nvSpPr>
          <p:cNvPr id="5" name="">
            <a:extLst xmlns:a="http://schemas.openxmlformats.org/drawingml/2006/main">
              <a:ext uri="{FF2B5EF4-FFF2-40B4-BE49-F238E27FC236}">
                <a16:creationId xmlns:a16="http://schemas.microsoft.com/office/drawing/2014/main" id="{7C0F7657-0FC4-4BAC-B035-A319C82F0718}"/>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25 / 26</a:t>
            </a:r>
          </a:p>
        </p:txBody>
      </p:sp>
      <p:sp>
        <p:nvSpPr>
          <p:cNvPr id="6" name="">
            <a:extLst xmlns:a="http://schemas.openxmlformats.org/drawingml/2006/main">
              <a:ext uri="{FF2B5EF4-FFF2-40B4-BE49-F238E27FC236}">
                <a16:creationId xmlns:a16="http://schemas.microsoft.com/office/drawing/2014/main" id="{BE4B79EF-0C7B-40FD-9089-1BD44330BA38}"/>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53D88146-B73C-4DA4-830D-8ED1497907DB}"/>
              </a:ext>
            </a:extLst>
          </p:cNvPr>
          <p:cNvSpPr>
            <a:spLocks xmlns:a="http://schemas.openxmlformats.org/drawingml/2006/main" noGrp="1"/>
          </p:cNvSpPr>
          <p:nvPr/>
        </p:nvSpPr>
        <p:spPr>
          <a:xfrm xmlns:a="http://schemas.openxmlformats.org/drawingml/2006/main">
            <a:off x="609600" y="2676525"/>
            <a:ext cx="538162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75" b="1">
                <a:solidFill>
                  <a:srgbClr val="1778B7"/>
                </a:solidFill>
                <a:latin typeface="Arial"/>
                <a:ea typeface="Arial"/>
                <a:cs typeface="Arial"/>
              </a:defRPr>
            </a:defPPr>
            <a:lvl1pPr algn="l">
              <a:defRPr sz="3075" b="1">
                <a:solidFill>
                  <a:srgbClr val="1778B7"/>
                </a:solidFill>
                <a:latin typeface="Arial"/>
                <a:ea typeface="Arial"/>
                <a:cs typeface="Arial"/>
              </a:defRPr>
            </a:lvl1pPr>
            <a:lvl2pPr algn="l">
              <a:defRPr sz="3075" b="1">
                <a:solidFill>
                  <a:srgbClr val="1778B7"/>
                </a:solidFill>
                <a:latin typeface="Arial"/>
                <a:ea typeface="Arial"/>
                <a:cs typeface="Arial"/>
              </a:defRPr>
            </a:lvl2pPr>
            <a:lvl3pPr algn="l">
              <a:defRPr sz="3075" b="1">
                <a:solidFill>
                  <a:srgbClr val="1778B7"/>
                </a:solidFill>
                <a:latin typeface="Arial"/>
                <a:ea typeface="Arial"/>
                <a:cs typeface="Arial"/>
              </a:defRPr>
            </a:lvl3pPr>
            <a:lvl4pPr algn="l">
              <a:defRPr sz="3075" b="1">
                <a:solidFill>
                  <a:srgbClr val="1778B7"/>
                </a:solidFill>
                <a:latin typeface="Arial"/>
                <a:ea typeface="Arial"/>
                <a:cs typeface="Arial"/>
              </a:defRPr>
            </a:lvl4pPr>
            <a:lvl5pPr algn="l">
              <a:defRPr sz="3075" b="1">
                <a:solidFill>
                  <a:srgbClr val="1778B7"/>
                </a:solidFill>
                <a:latin typeface="Arial"/>
                <a:ea typeface="Arial"/>
                <a:cs typeface="Arial"/>
              </a:defRPr>
            </a:lvl5pPr>
            <a:lvl6pPr algn="l">
              <a:defRPr sz="3075" b="1">
                <a:solidFill>
                  <a:srgbClr val="1778B7"/>
                </a:solidFill>
                <a:latin typeface="Arial"/>
                <a:ea typeface="Arial"/>
                <a:cs typeface="Arial"/>
              </a:defRPr>
            </a:lvl6pPr>
            <a:lvl7pPr algn="l">
              <a:defRPr sz="3075" b="1">
                <a:solidFill>
                  <a:srgbClr val="1778B7"/>
                </a:solidFill>
                <a:latin typeface="Arial"/>
                <a:ea typeface="Arial"/>
                <a:cs typeface="Arial"/>
              </a:defRPr>
            </a:lvl7pPr>
            <a:lvl8pPr algn="l">
              <a:defRPr sz="3075" b="1">
                <a:solidFill>
                  <a:srgbClr val="1778B7"/>
                </a:solidFill>
                <a:latin typeface="Arial"/>
                <a:ea typeface="Arial"/>
                <a:cs typeface="Arial"/>
              </a:defRPr>
            </a:lvl8pPr>
            <a:lvl9pPr algn="l">
              <a:defRPr sz="3075" b="1">
                <a:solidFill>
                  <a:srgbClr val="1778B7"/>
                </a:solidFill>
                <a:latin typeface="Arial"/>
                <a:ea typeface="Arial"/>
                <a:cs typeface="Arial"/>
              </a:defRPr>
            </a:lvl9pPr>
          </a:lstStyle>
          <a:p xmlns:a="http://schemas.openxmlformats.org/drawingml/2006/main">
            <a:pPr algn="l">
              <a:defRPr sz="3075" b="1">
                <a:solidFill>
                  <a:srgbClr val="1778B7"/>
                </a:solidFill>
                <a:latin typeface="Arial"/>
                <a:ea typeface="Arial"/>
                <a:cs typeface="Arial"/>
              </a:defRPr>
            </a:pPr>
            <a:r>
              <a:rPr sz="3075" b="1">
                <a:solidFill>
                  <a:srgbClr val="1778B7"/>
                </a:solidFill>
                <a:latin typeface="Arial"/>
                <a:ea typeface="Arial"/>
                <a:cs typeface="Arial"/>
              </a:rPr>
              <a:t>Outsourced activity</a:t>
            </a:r>
          </a:p>
          <a:p xmlns:a="http://schemas.openxmlformats.org/drawingml/2006/main">
            <a:pPr algn="l">
              <a:defRPr sz="3075" b="1">
                <a:solidFill>
                  <a:srgbClr val="1778B7"/>
                </a:solidFill>
                <a:latin typeface="Arial"/>
                <a:ea typeface="Arial"/>
                <a:cs typeface="Arial"/>
              </a:defRPr>
            </a:pPr>
            <a:r>
              <a:rPr sz="3075" b="1">
                <a:solidFill>
                  <a:srgbClr val="1778B7"/>
                </a:solidFill>
                <a:latin typeface="Arial"/>
                <a:ea typeface="Arial"/>
                <a:cs typeface="Arial"/>
              </a:rPr>
              <a:t>requires ongoing oversight</a:t>
            </a:r>
          </a:p>
        </p:txBody>
      </p:sp>
      <p:sp>
        <p:nvSpPr>
          <p:cNvPr id="8" name="">
            <a:extLst xmlns:a="http://schemas.openxmlformats.org/drawingml/2006/main">
              <a:ext uri="{FF2B5EF4-FFF2-40B4-BE49-F238E27FC236}">
                <a16:creationId xmlns:a16="http://schemas.microsoft.com/office/drawing/2014/main" id="{BA829AD6-B9A2-46CB-926D-34FE478AEF9D}"/>
              </a:ext>
            </a:extLst>
          </p:cNvPr>
          <p:cNvSpPr>
            <a:spLocks xmlns:a="http://schemas.openxmlformats.org/drawingml/2006/main" noGrp="1"/>
          </p:cNvSpPr>
          <p:nvPr/>
        </p:nvSpPr>
        <p:spPr>
          <a:xfrm xmlns:a="http://schemas.openxmlformats.org/drawingml/2006/main">
            <a:off x="6572250" y="269557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E071725C-27B0-403B-B6CB-6F9DAA0B8C29}"/>
              </a:ext>
            </a:extLst>
          </p:cNvPr>
          <p:cNvSpPr>
            <a:spLocks xmlns:a="http://schemas.openxmlformats.org/drawingml/2006/main" noGrp="1"/>
          </p:cNvSpPr>
          <p:nvPr/>
        </p:nvSpPr>
        <p:spPr>
          <a:xfrm xmlns:a="http://schemas.openxmlformats.org/drawingml/2006/main">
            <a:off x="7353300" y="2733675"/>
            <a:ext cx="4152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Qualify before use</a:t>
            </a:r>
          </a:p>
        </p:txBody>
      </p:sp>
      <p:sp>
        <p:nvSpPr>
          <p:cNvPr id="10" name="">
            <a:extLst xmlns:a="http://schemas.openxmlformats.org/drawingml/2006/main">
              <a:ext uri="{FF2B5EF4-FFF2-40B4-BE49-F238E27FC236}">
                <a16:creationId xmlns:a16="http://schemas.microsoft.com/office/drawing/2014/main" id="{F0C66A6F-D156-46CE-993F-F12EAEF10DE4}"/>
              </a:ext>
            </a:extLst>
          </p:cNvPr>
          <p:cNvSpPr>
            <a:spLocks xmlns:a="http://schemas.openxmlformats.org/drawingml/2006/main" noGrp="1"/>
          </p:cNvSpPr>
          <p:nvPr/>
        </p:nvSpPr>
        <p:spPr>
          <a:xfrm xmlns:a="http://schemas.openxmlformats.org/drawingml/2006/main">
            <a:off x="6572250" y="340995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0B5EF16-D155-41EF-896D-D2ECAE69FBF9}"/>
              </a:ext>
            </a:extLst>
          </p:cNvPr>
          <p:cNvSpPr>
            <a:spLocks xmlns:a="http://schemas.openxmlformats.org/drawingml/2006/main" noGrp="1"/>
          </p:cNvSpPr>
          <p:nvPr/>
        </p:nvSpPr>
        <p:spPr>
          <a:xfrm xmlns:a="http://schemas.openxmlformats.org/drawingml/2006/main">
            <a:off x="7353300" y="3448050"/>
            <a:ext cx="4152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Agree responsibilities</a:t>
            </a:r>
          </a:p>
        </p:txBody>
      </p:sp>
      <p:sp>
        <p:nvSpPr>
          <p:cNvPr id="12" name="">
            <a:extLst xmlns:a="http://schemas.openxmlformats.org/drawingml/2006/main">
              <a:ext uri="{FF2B5EF4-FFF2-40B4-BE49-F238E27FC236}">
                <a16:creationId xmlns:a16="http://schemas.microsoft.com/office/drawing/2014/main" id="{DC59AC56-6D67-4675-9BE5-A85B523A3CF4}"/>
              </a:ext>
            </a:extLst>
          </p:cNvPr>
          <p:cNvSpPr>
            <a:spLocks xmlns:a="http://schemas.openxmlformats.org/drawingml/2006/main" noGrp="1"/>
          </p:cNvSpPr>
          <p:nvPr/>
        </p:nvSpPr>
        <p:spPr>
          <a:xfrm xmlns:a="http://schemas.openxmlformats.org/drawingml/2006/main">
            <a:off x="6572250" y="4124325"/>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B8E71F1-A96A-4B26-B6C5-520692CE3D69}"/>
              </a:ext>
            </a:extLst>
          </p:cNvPr>
          <p:cNvSpPr>
            <a:spLocks xmlns:a="http://schemas.openxmlformats.org/drawingml/2006/main" noGrp="1"/>
          </p:cNvSpPr>
          <p:nvPr/>
        </p:nvSpPr>
        <p:spPr>
          <a:xfrm xmlns:a="http://schemas.openxmlformats.org/drawingml/2006/main">
            <a:off x="7353300" y="4162425"/>
            <a:ext cx="4152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Audit according to risk</a:t>
            </a:r>
          </a:p>
        </p:txBody>
      </p:sp>
      <p:sp>
        <p:nvSpPr>
          <p:cNvPr id="14" name="">
            <a:extLst xmlns:a="http://schemas.openxmlformats.org/drawingml/2006/main">
              <a:ext uri="{FF2B5EF4-FFF2-40B4-BE49-F238E27FC236}">
                <a16:creationId xmlns:a16="http://schemas.microsoft.com/office/drawing/2014/main" id="{4A467F08-A6F6-479D-9EC7-72C3AB019BE2}"/>
              </a:ext>
            </a:extLst>
          </p:cNvPr>
          <p:cNvSpPr>
            <a:spLocks xmlns:a="http://schemas.openxmlformats.org/drawingml/2006/main" noGrp="1"/>
          </p:cNvSpPr>
          <p:nvPr/>
        </p:nvSpPr>
        <p:spPr>
          <a:xfrm xmlns:a="http://schemas.openxmlformats.org/drawingml/2006/main">
            <a:off x="6572250" y="48387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000" b="1">
                <a:solidFill>
                  <a:srgbClr val="1778B7"/>
                </a:solidFill>
                <a:latin typeface="Arial"/>
                <a:ea typeface="Arial"/>
                <a:cs typeface="Arial"/>
              </a:defRPr>
            </a:defPPr>
            <a:lvl1pPr algn="l">
              <a:defRPr sz="3000" b="1">
                <a:solidFill>
                  <a:srgbClr val="1778B7"/>
                </a:solidFill>
                <a:latin typeface="Arial"/>
                <a:ea typeface="Arial"/>
                <a:cs typeface="Arial"/>
              </a:defRPr>
            </a:lvl1pPr>
            <a:lvl2pPr algn="l">
              <a:defRPr sz="3000" b="1">
                <a:solidFill>
                  <a:srgbClr val="1778B7"/>
                </a:solidFill>
                <a:latin typeface="Arial"/>
                <a:ea typeface="Arial"/>
                <a:cs typeface="Arial"/>
              </a:defRPr>
            </a:lvl2pPr>
            <a:lvl3pPr algn="l">
              <a:defRPr sz="3000" b="1">
                <a:solidFill>
                  <a:srgbClr val="1778B7"/>
                </a:solidFill>
                <a:latin typeface="Arial"/>
                <a:ea typeface="Arial"/>
                <a:cs typeface="Arial"/>
              </a:defRPr>
            </a:lvl3pPr>
            <a:lvl4pPr algn="l">
              <a:defRPr sz="3000" b="1">
                <a:solidFill>
                  <a:srgbClr val="1778B7"/>
                </a:solidFill>
                <a:latin typeface="Arial"/>
                <a:ea typeface="Arial"/>
                <a:cs typeface="Arial"/>
              </a:defRPr>
            </a:lvl4pPr>
            <a:lvl5pPr algn="l">
              <a:defRPr sz="3000" b="1">
                <a:solidFill>
                  <a:srgbClr val="1778B7"/>
                </a:solidFill>
                <a:latin typeface="Arial"/>
                <a:ea typeface="Arial"/>
                <a:cs typeface="Arial"/>
              </a:defRPr>
            </a:lvl5pPr>
            <a:lvl6pPr algn="l">
              <a:defRPr sz="3000" b="1">
                <a:solidFill>
                  <a:srgbClr val="1778B7"/>
                </a:solidFill>
                <a:latin typeface="Arial"/>
                <a:ea typeface="Arial"/>
                <a:cs typeface="Arial"/>
              </a:defRPr>
            </a:lvl6pPr>
            <a:lvl7pPr algn="l">
              <a:defRPr sz="3000" b="1">
                <a:solidFill>
                  <a:srgbClr val="1778B7"/>
                </a:solidFill>
                <a:latin typeface="Arial"/>
                <a:ea typeface="Arial"/>
                <a:cs typeface="Arial"/>
              </a:defRPr>
            </a:lvl7pPr>
            <a:lvl8pPr algn="l">
              <a:defRPr sz="3000" b="1">
                <a:solidFill>
                  <a:srgbClr val="1778B7"/>
                </a:solidFill>
                <a:latin typeface="Arial"/>
                <a:ea typeface="Arial"/>
                <a:cs typeface="Arial"/>
              </a:defRPr>
            </a:lvl8pPr>
            <a:lvl9pPr algn="l">
              <a:defRPr sz="3000" b="1">
                <a:solidFill>
                  <a:srgbClr val="1778B7"/>
                </a:solidFill>
                <a:latin typeface="Arial"/>
                <a:ea typeface="Arial"/>
                <a:cs typeface="Arial"/>
              </a:defRPr>
            </a:lvl9pPr>
          </a:lstStyle>
          <a:p xmlns:a="http://schemas.openxmlformats.org/drawingml/2006/main">
            <a:pPr algn="l">
              <a:defRPr sz="3000" b="1">
                <a:solidFill>
                  <a:srgbClr val="1778B7"/>
                </a:solidFill>
                <a:latin typeface="Arial"/>
                <a:ea typeface="Arial"/>
                <a:cs typeface="Arial"/>
              </a:defRPr>
            </a:pPr>
            <a:r>
              <a:rPr sz="3000" b="1">
                <a:solidFill>
                  <a:srgbClr val="1778B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4B8D77C6-55DD-4ED2-854D-DC2A9F8D8FDB}"/>
              </a:ext>
            </a:extLst>
          </p:cNvPr>
          <p:cNvSpPr>
            <a:spLocks xmlns:a="http://schemas.openxmlformats.org/drawingml/2006/main" noGrp="1"/>
          </p:cNvSpPr>
          <p:nvPr/>
        </p:nvSpPr>
        <p:spPr>
          <a:xfrm xmlns:a="http://schemas.openxmlformats.org/drawingml/2006/main">
            <a:off x="7353300" y="4876800"/>
            <a:ext cx="4152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Monitor and improve</a:t>
            </a:r>
          </a:p>
        </p:txBody>
      </p:sp>
      <p:sp>
        <p:nvSpPr>
          <p:cNvPr id="16" name="">
            <a:extLst xmlns:a="http://schemas.openxmlformats.org/drawingml/2006/main">
              <a:ext uri="{FF2B5EF4-FFF2-40B4-BE49-F238E27FC236}">
                <a16:creationId xmlns:a16="http://schemas.microsoft.com/office/drawing/2014/main" id="{579D6E81-F50A-435D-8118-3EAD29198B9D}"/>
              </a:ext>
            </a:extLst>
          </p:cNvPr>
          <p:cNvSpPr>
            <a:spLocks xmlns:a="http://schemas.openxmlformats.org/drawingml/2006/main" noGrp="1"/>
          </p:cNvSpPr>
          <p:nvPr/>
        </p:nvSpPr>
        <p:spPr>
          <a:xfrm xmlns:a="http://schemas.openxmlformats.org/drawingml/2006/main">
            <a:off x="609600" y="4676775"/>
            <a:ext cx="5191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102E4C"/>
                </a:solidFill>
                <a:latin typeface="Arial"/>
                <a:ea typeface="Arial"/>
                <a:cs typeface="Arial"/>
              </a:defRPr>
            </a:defPPr>
            <a:lvl1pPr algn="l">
              <a:defRPr sz="2025" b="0">
                <a:solidFill>
                  <a:srgbClr val="102E4C"/>
                </a:solidFill>
                <a:latin typeface="Arial"/>
                <a:ea typeface="Arial"/>
                <a:cs typeface="Arial"/>
              </a:defRPr>
            </a:lvl1pPr>
            <a:lvl2pPr algn="l">
              <a:defRPr sz="2025" b="0">
                <a:solidFill>
                  <a:srgbClr val="102E4C"/>
                </a:solidFill>
                <a:latin typeface="Arial"/>
                <a:ea typeface="Arial"/>
                <a:cs typeface="Arial"/>
              </a:defRPr>
            </a:lvl2pPr>
            <a:lvl3pPr algn="l">
              <a:defRPr sz="2025" b="0">
                <a:solidFill>
                  <a:srgbClr val="102E4C"/>
                </a:solidFill>
                <a:latin typeface="Arial"/>
                <a:ea typeface="Arial"/>
                <a:cs typeface="Arial"/>
              </a:defRPr>
            </a:lvl3pPr>
            <a:lvl4pPr algn="l">
              <a:defRPr sz="2025" b="0">
                <a:solidFill>
                  <a:srgbClr val="102E4C"/>
                </a:solidFill>
                <a:latin typeface="Arial"/>
                <a:ea typeface="Arial"/>
                <a:cs typeface="Arial"/>
              </a:defRPr>
            </a:lvl4pPr>
            <a:lvl5pPr algn="l">
              <a:defRPr sz="2025" b="0">
                <a:solidFill>
                  <a:srgbClr val="102E4C"/>
                </a:solidFill>
                <a:latin typeface="Arial"/>
                <a:ea typeface="Arial"/>
                <a:cs typeface="Arial"/>
              </a:defRPr>
            </a:lvl5pPr>
            <a:lvl6pPr algn="l">
              <a:defRPr sz="2025" b="0">
                <a:solidFill>
                  <a:srgbClr val="102E4C"/>
                </a:solidFill>
                <a:latin typeface="Arial"/>
                <a:ea typeface="Arial"/>
                <a:cs typeface="Arial"/>
              </a:defRPr>
            </a:lvl6pPr>
            <a:lvl7pPr algn="l">
              <a:defRPr sz="2025" b="0">
                <a:solidFill>
                  <a:srgbClr val="102E4C"/>
                </a:solidFill>
                <a:latin typeface="Arial"/>
                <a:ea typeface="Arial"/>
                <a:cs typeface="Arial"/>
              </a:defRPr>
            </a:lvl7pPr>
            <a:lvl8pPr algn="l">
              <a:defRPr sz="2025" b="0">
                <a:solidFill>
                  <a:srgbClr val="102E4C"/>
                </a:solidFill>
                <a:latin typeface="Arial"/>
                <a:ea typeface="Arial"/>
                <a:cs typeface="Arial"/>
              </a:defRPr>
            </a:lvl8pPr>
            <a:lvl9pPr algn="l">
              <a:defRPr sz="2025" b="0">
                <a:solidFill>
                  <a:srgbClr val="102E4C"/>
                </a:solidFill>
                <a:latin typeface="Arial"/>
                <a:ea typeface="Arial"/>
                <a:cs typeface="Arial"/>
              </a:defRPr>
            </a:lvl9pPr>
          </a:lstStyle>
          <a:p xmlns:a="http://schemas.openxmlformats.org/drawingml/2006/main">
            <a:pPr algn="l">
              <a:defRPr sz="2025" b="0">
                <a:solidFill>
                  <a:srgbClr val="102E4C"/>
                </a:solidFill>
                <a:latin typeface="Arial"/>
                <a:ea typeface="Arial"/>
                <a:cs typeface="Arial"/>
              </a:defRPr>
            </a:pPr>
            <a:r>
              <a:rPr sz="2025" b="0">
                <a:solidFill>
                  <a:srgbClr val="102E4C"/>
                </a:solidFill>
                <a:latin typeface="Arial"/>
                <a:ea typeface="Arial"/>
                <a:cs typeface="Arial"/>
              </a:rPr>
              <a:t>Who retains responsibility when a logistics provider handles the product?</a:t>
            </a:r>
          </a:p>
        </p:txBody>
      </p:sp>
      <p:sp>
        <p:nvSpPr>
          <p:cNvPr id="17" name="">
            <a:extLst xmlns:a="http://schemas.openxmlformats.org/drawingml/2006/main">
              <a:ext uri="{FF2B5EF4-FFF2-40B4-BE49-F238E27FC236}">
                <a16:creationId xmlns:a16="http://schemas.microsoft.com/office/drawing/2014/main" id="{1A85AE6C-1773-4166-A013-C97ED768A5A4}"/>
              </a:ext>
            </a:extLst>
          </p:cNvPr>
          <p:cNvSpPr>
            <a:spLocks xmlns:a="http://schemas.openxmlformats.org/drawingml/2006/main" noGrp="1"/>
          </p:cNvSpPr>
          <p:nvPr/>
        </p:nvSpPr>
        <p:spPr>
          <a:xfrm xmlns:a="http://schemas.openxmlformats.org/drawingml/2006/main">
            <a:off x="609600" y="5781675"/>
            <a:ext cx="1085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657B8F"/>
                </a:solidFill>
                <a:latin typeface="Arial"/>
                <a:ea typeface="Arial"/>
                <a:cs typeface="Arial"/>
              </a:defRPr>
            </a:defPPr>
            <a:lvl1pPr algn="l">
              <a:defRPr sz="1500" b="0">
                <a:solidFill>
                  <a:srgbClr val="657B8F"/>
                </a:solidFill>
                <a:latin typeface="Arial"/>
                <a:ea typeface="Arial"/>
                <a:cs typeface="Arial"/>
              </a:defRPr>
            </a:lvl1pPr>
            <a:lvl2pPr algn="l">
              <a:defRPr sz="1500" b="0">
                <a:solidFill>
                  <a:srgbClr val="657B8F"/>
                </a:solidFill>
                <a:latin typeface="Arial"/>
                <a:ea typeface="Arial"/>
                <a:cs typeface="Arial"/>
              </a:defRPr>
            </a:lvl2pPr>
            <a:lvl3pPr algn="l">
              <a:defRPr sz="1500" b="0">
                <a:solidFill>
                  <a:srgbClr val="657B8F"/>
                </a:solidFill>
                <a:latin typeface="Arial"/>
                <a:ea typeface="Arial"/>
                <a:cs typeface="Arial"/>
              </a:defRPr>
            </a:lvl3pPr>
            <a:lvl4pPr algn="l">
              <a:defRPr sz="1500" b="0">
                <a:solidFill>
                  <a:srgbClr val="657B8F"/>
                </a:solidFill>
                <a:latin typeface="Arial"/>
                <a:ea typeface="Arial"/>
                <a:cs typeface="Arial"/>
              </a:defRPr>
            </a:lvl4pPr>
            <a:lvl5pPr algn="l">
              <a:defRPr sz="1500" b="0">
                <a:solidFill>
                  <a:srgbClr val="657B8F"/>
                </a:solidFill>
                <a:latin typeface="Arial"/>
                <a:ea typeface="Arial"/>
                <a:cs typeface="Arial"/>
              </a:defRPr>
            </a:lvl5pPr>
            <a:lvl6pPr algn="l">
              <a:defRPr sz="1500" b="0">
                <a:solidFill>
                  <a:srgbClr val="657B8F"/>
                </a:solidFill>
                <a:latin typeface="Arial"/>
                <a:ea typeface="Arial"/>
                <a:cs typeface="Arial"/>
              </a:defRPr>
            </a:lvl6pPr>
            <a:lvl7pPr algn="l">
              <a:defRPr sz="1500" b="0">
                <a:solidFill>
                  <a:srgbClr val="657B8F"/>
                </a:solidFill>
                <a:latin typeface="Arial"/>
                <a:ea typeface="Arial"/>
                <a:cs typeface="Arial"/>
              </a:defRPr>
            </a:lvl7pPr>
            <a:lvl8pPr algn="l">
              <a:defRPr sz="1500" b="0">
                <a:solidFill>
                  <a:srgbClr val="657B8F"/>
                </a:solidFill>
                <a:latin typeface="Arial"/>
                <a:ea typeface="Arial"/>
                <a:cs typeface="Arial"/>
              </a:defRPr>
            </a:lvl8pPr>
            <a:lvl9pPr algn="l">
              <a:defRPr sz="1500" b="0">
                <a:solidFill>
                  <a:srgbClr val="657B8F"/>
                </a:solidFill>
                <a:latin typeface="Arial"/>
                <a:ea typeface="Arial"/>
                <a:cs typeface="Arial"/>
              </a:defRPr>
            </a:lvl9pPr>
          </a:lstStyle>
          <a:p xmlns:a="http://schemas.openxmlformats.org/drawingml/2006/main">
            <a:pPr algn="l">
              <a:defRPr sz="1500" b="0">
                <a:solidFill>
                  <a:srgbClr val="657B8F"/>
                </a:solidFill>
                <a:latin typeface="Arial"/>
                <a:ea typeface="Arial"/>
                <a:cs typeface="Arial"/>
              </a:defRPr>
            </a:pPr>
            <a:r>
              <a:rPr sz="1500" b="0">
                <a:solidFill>
                  <a:srgbClr val="657B8F"/>
                </a:solidFill>
                <a:latin typeface="Arial"/>
                <a:ea typeface="Arial"/>
                <a:cs typeface="Arial"/>
              </a:rPr>
              <a:t>Each party retains responsibility for its own applicable GDP obligations</a:t>
            </a:r>
          </a:p>
        </p:txBody>
      </p:sp>
    </p:spTree>
    <p:extLst>
      <p:ext uri="{BB962C8B-B14F-4D97-AF65-F5344CB8AC3E}">
        <p14:creationId xmlns:p14="http://schemas.microsoft.com/office/powerpoint/2010/main" val="155580933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BC13C5E-F426-4433-925A-A373EF7EF3FB}"/>
              </a:ext>
            </a:extLst>
          </p:cNvPr>
          <p:cNvSpPr>
            <a:spLocks xmlns:a="http://schemas.openxmlformats.org/drawingml/2006/main" noGrp="1"/>
          </p:cNvSpPr>
          <p:nvPr/>
        </p:nvSpPr>
        <p:spPr>
          <a:xfrm xmlns:a="http://schemas.openxmlformats.org/drawingml/2006/main">
            <a:off x="609600" y="28575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102E4C"/>
                </a:solidFill>
                <a:latin typeface="Arial"/>
                <a:ea typeface="Arial"/>
                <a:cs typeface="Arial"/>
              </a:defRPr>
            </a:defPPr>
            <a:lvl1pPr algn="l">
              <a:defRPr sz="1350" b="1">
                <a:solidFill>
                  <a:srgbClr val="102E4C"/>
                </a:solidFill>
                <a:latin typeface="Arial"/>
                <a:ea typeface="Arial"/>
                <a:cs typeface="Arial"/>
              </a:defRPr>
            </a:lvl1pPr>
            <a:lvl2pPr algn="l">
              <a:defRPr sz="1350" b="1">
                <a:solidFill>
                  <a:srgbClr val="102E4C"/>
                </a:solidFill>
                <a:latin typeface="Arial"/>
                <a:ea typeface="Arial"/>
                <a:cs typeface="Arial"/>
              </a:defRPr>
            </a:lvl2pPr>
            <a:lvl3pPr algn="l">
              <a:defRPr sz="1350" b="1">
                <a:solidFill>
                  <a:srgbClr val="102E4C"/>
                </a:solidFill>
                <a:latin typeface="Arial"/>
                <a:ea typeface="Arial"/>
                <a:cs typeface="Arial"/>
              </a:defRPr>
            </a:lvl3pPr>
            <a:lvl4pPr algn="l">
              <a:defRPr sz="1350" b="1">
                <a:solidFill>
                  <a:srgbClr val="102E4C"/>
                </a:solidFill>
                <a:latin typeface="Arial"/>
                <a:ea typeface="Arial"/>
                <a:cs typeface="Arial"/>
              </a:defRPr>
            </a:lvl4pPr>
            <a:lvl5pPr algn="l">
              <a:defRPr sz="1350" b="1">
                <a:solidFill>
                  <a:srgbClr val="102E4C"/>
                </a:solidFill>
                <a:latin typeface="Arial"/>
                <a:ea typeface="Arial"/>
                <a:cs typeface="Arial"/>
              </a:defRPr>
            </a:lvl5pPr>
            <a:lvl6pPr algn="l">
              <a:defRPr sz="1350" b="1">
                <a:solidFill>
                  <a:srgbClr val="102E4C"/>
                </a:solidFill>
                <a:latin typeface="Arial"/>
                <a:ea typeface="Arial"/>
                <a:cs typeface="Arial"/>
              </a:defRPr>
            </a:lvl6pPr>
            <a:lvl7pPr algn="l">
              <a:defRPr sz="1350" b="1">
                <a:solidFill>
                  <a:srgbClr val="102E4C"/>
                </a:solidFill>
                <a:latin typeface="Arial"/>
                <a:ea typeface="Arial"/>
                <a:cs typeface="Arial"/>
              </a:defRPr>
            </a:lvl7pPr>
            <a:lvl8pPr algn="l">
              <a:defRPr sz="1350" b="1">
                <a:solidFill>
                  <a:srgbClr val="102E4C"/>
                </a:solidFill>
                <a:latin typeface="Arial"/>
                <a:ea typeface="Arial"/>
                <a:cs typeface="Arial"/>
              </a:defRPr>
            </a:lvl8pPr>
            <a:lvl9pPr algn="l">
              <a:defRPr sz="1350" b="1">
                <a:solidFill>
                  <a:srgbClr val="102E4C"/>
                </a:solidFill>
                <a:latin typeface="Arial"/>
                <a:ea typeface="Arial"/>
                <a:cs typeface="Arial"/>
              </a:defRPr>
            </a:lvl9pPr>
          </a:lstStyle>
          <a:p xmlns:a="http://schemas.openxmlformats.org/drawingml/2006/main">
            <a:pPr algn="l">
              <a:defRPr sz="1350" b="1">
                <a:solidFill>
                  <a:srgbClr val="102E4C"/>
                </a:solidFill>
                <a:latin typeface="Arial"/>
                <a:ea typeface="Arial"/>
                <a:cs typeface="Arial"/>
              </a:defRPr>
            </a:pPr>
            <a:r>
              <a:rPr sz="1350" b="1">
                <a:solidFill>
                  <a:srgbClr val="102E4C"/>
                </a:solidFill>
                <a:latin typeface="Arial"/>
                <a:ea typeface="Arial"/>
                <a:cs typeface="Arial"/>
              </a:rPr>
              <a:t>MERZ AESTHETICS</a:t>
            </a:r>
          </a:p>
        </p:txBody>
      </p:sp>
      <p:sp>
        <p:nvSpPr>
          <p:cNvPr id="2" name="">
            <a:extLst xmlns:a="http://schemas.openxmlformats.org/drawingml/2006/main">
              <a:ext uri="{FF2B5EF4-FFF2-40B4-BE49-F238E27FC236}">
                <a16:creationId xmlns:a16="http://schemas.microsoft.com/office/drawing/2014/main" id="{DEB31C9E-9BC1-4F4E-86A8-308E8DD1272A}"/>
              </a:ext>
            </a:extLst>
          </p:cNvPr>
          <p:cNvSpPr>
            <a:spLocks xmlns:a="http://schemas.openxmlformats.org/drawingml/2006/main" noGrp="1"/>
          </p:cNvSpPr>
          <p:nvPr/>
        </p:nvSpPr>
        <p:spPr>
          <a:xfrm xmlns:a="http://schemas.openxmlformats.org/drawingml/2006/main">
            <a:off x="8763000" y="323850"/>
            <a:ext cx="281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GDP BASIC TRAINING</a:t>
            </a:r>
          </a:p>
        </p:txBody>
      </p:sp>
      <p:sp>
        <p:nvSpPr>
          <p:cNvPr id="3" name="">
            <a:extLst xmlns:a="http://schemas.openxmlformats.org/drawingml/2006/main">
              <a:ext uri="{FF2B5EF4-FFF2-40B4-BE49-F238E27FC236}">
                <a16:creationId xmlns:a16="http://schemas.microsoft.com/office/drawing/2014/main" id="{F89CED90-BD7E-46E4-81CB-CC702833A4D4}"/>
              </a:ext>
            </a:extLst>
          </p:cNvPr>
          <p:cNvSpPr>
            <a:spLocks xmlns:a="http://schemas.openxmlformats.org/drawingml/2006/main" noGrp="1"/>
          </p:cNvSpPr>
          <p:nvPr/>
        </p:nvSpPr>
        <p:spPr>
          <a:xfrm xmlns:a="http://schemas.openxmlformats.org/drawingml/2006/main">
            <a:off x="609600" y="8953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1778B7"/>
                </a:solidFill>
                <a:latin typeface="Arial"/>
                <a:ea typeface="Arial"/>
                <a:cs typeface="Arial"/>
              </a:defRPr>
            </a:defPPr>
            <a:lvl1pPr algn="l">
              <a:defRPr sz="1050" b="1">
                <a:solidFill>
                  <a:srgbClr val="1778B7"/>
                </a:solidFill>
                <a:latin typeface="Arial"/>
                <a:ea typeface="Arial"/>
                <a:cs typeface="Arial"/>
              </a:defRPr>
            </a:lvl1pPr>
            <a:lvl2pPr algn="l">
              <a:defRPr sz="1050" b="1">
                <a:solidFill>
                  <a:srgbClr val="1778B7"/>
                </a:solidFill>
                <a:latin typeface="Arial"/>
                <a:ea typeface="Arial"/>
                <a:cs typeface="Arial"/>
              </a:defRPr>
            </a:lvl2pPr>
            <a:lvl3pPr algn="l">
              <a:defRPr sz="1050" b="1">
                <a:solidFill>
                  <a:srgbClr val="1778B7"/>
                </a:solidFill>
                <a:latin typeface="Arial"/>
                <a:ea typeface="Arial"/>
                <a:cs typeface="Arial"/>
              </a:defRPr>
            </a:lvl3pPr>
            <a:lvl4pPr algn="l">
              <a:defRPr sz="1050" b="1">
                <a:solidFill>
                  <a:srgbClr val="1778B7"/>
                </a:solidFill>
                <a:latin typeface="Arial"/>
                <a:ea typeface="Arial"/>
                <a:cs typeface="Arial"/>
              </a:defRPr>
            </a:lvl4pPr>
            <a:lvl5pPr algn="l">
              <a:defRPr sz="1050" b="1">
                <a:solidFill>
                  <a:srgbClr val="1778B7"/>
                </a:solidFill>
                <a:latin typeface="Arial"/>
                <a:ea typeface="Arial"/>
                <a:cs typeface="Arial"/>
              </a:defRPr>
            </a:lvl5pPr>
            <a:lvl6pPr algn="l">
              <a:defRPr sz="1050" b="1">
                <a:solidFill>
                  <a:srgbClr val="1778B7"/>
                </a:solidFill>
                <a:latin typeface="Arial"/>
                <a:ea typeface="Arial"/>
                <a:cs typeface="Arial"/>
              </a:defRPr>
            </a:lvl6pPr>
            <a:lvl7pPr algn="l">
              <a:defRPr sz="1050" b="1">
                <a:solidFill>
                  <a:srgbClr val="1778B7"/>
                </a:solidFill>
                <a:latin typeface="Arial"/>
                <a:ea typeface="Arial"/>
                <a:cs typeface="Arial"/>
              </a:defRPr>
            </a:lvl7pPr>
            <a:lvl8pPr algn="l">
              <a:defRPr sz="1050" b="1">
                <a:solidFill>
                  <a:srgbClr val="1778B7"/>
                </a:solidFill>
                <a:latin typeface="Arial"/>
                <a:ea typeface="Arial"/>
                <a:cs typeface="Arial"/>
              </a:defRPr>
            </a:lvl8pPr>
            <a:lvl9pPr algn="l">
              <a:defRPr sz="1050" b="1">
                <a:solidFill>
                  <a:srgbClr val="1778B7"/>
                </a:solidFill>
                <a:latin typeface="Arial"/>
                <a:ea typeface="Arial"/>
                <a:cs typeface="Arial"/>
              </a:defRPr>
            </a:lvl9pPr>
          </a:lstStyle>
          <a:p xmlns:a="http://schemas.openxmlformats.org/drawingml/2006/main">
            <a:pPr algn="l">
              <a:defRPr sz="1050" b="1">
                <a:solidFill>
                  <a:srgbClr val="1778B7"/>
                </a:solidFill>
                <a:latin typeface="Arial"/>
                <a:ea typeface="Arial"/>
                <a:cs typeface="Arial"/>
              </a:defRPr>
            </a:pPr>
            <a:r>
              <a:rPr sz="1050" b="1">
                <a:solidFill>
                  <a:srgbClr val="1778B7"/>
                </a:solidFill>
                <a:latin typeface="Arial"/>
                <a:ea typeface="Arial"/>
                <a:cs typeface="Arial"/>
              </a:rPr>
              <a:t>THE TAKEAWAY</a:t>
            </a:r>
          </a:p>
        </p:txBody>
      </p:sp>
      <p:sp>
        <p:nvSpPr>
          <p:cNvPr id="4" name="">
            <a:extLst xmlns:a="http://schemas.openxmlformats.org/drawingml/2006/main">
              <a:ext uri="{FF2B5EF4-FFF2-40B4-BE49-F238E27FC236}">
                <a16:creationId xmlns:a16="http://schemas.microsoft.com/office/drawing/2014/main" id="{09A0C57B-C902-456F-B0E8-5B66458EBE2B}"/>
              </a:ext>
            </a:extLst>
          </p:cNvPr>
          <p:cNvSpPr>
            <a:spLocks xmlns:a="http://schemas.openxmlformats.org/drawingml/2006/main" noGrp="1"/>
          </p:cNvSpPr>
          <p:nvPr/>
        </p:nvSpPr>
        <p:spPr>
          <a:xfrm xmlns:a="http://schemas.openxmlformats.org/drawingml/2006/main">
            <a:off x="609600" y="1323975"/>
            <a:ext cx="1085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102E4C"/>
                </a:solidFill>
                <a:latin typeface="Arial"/>
                <a:ea typeface="Arial"/>
                <a:cs typeface="Arial"/>
              </a:defRPr>
            </a:defPPr>
            <a:lvl1pPr algn="l">
              <a:defRPr sz="3450" b="1">
                <a:solidFill>
                  <a:srgbClr val="102E4C"/>
                </a:solidFill>
                <a:latin typeface="Arial"/>
                <a:ea typeface="Arial"/>
                <a:cs typeface="Arial"/>
              </a:defRPr>
            </a:lvl1pPr>
            <a:lvl2pPr algn="l">
              <a:defRPr sz="3450" b="1">
                <a:solidFill>
                  <a:srgbClr val="102E4C"/>
                </a:solidFill>
                <a:latin typeface="Arial"/>
                <a:ea typeface="Arial"/>
                <a:cs typeface="Arial"/>
              </a:defRPr>
            </a:lvl2pPr>
            <a:lvl3pPr algn="l">
              <a:defRPr sz="3450" b="1">
                <a:solidFill>
                  <a:srgbClr val="102E4C"/>
                </a:solidFill>
                <a:latin typeface="Arial"/>
                <a:ea typeface="Arial"/>
                <a:cs typeface="Arial"/>
              </a:defRPr>
            </a:lvl3pPr>
            <a:lvl4pPr algn="l">
              <a:defRPr sz="3450" b="1">
                <a:solidFill>
                  <a:srgbClr val="102E4C"/>
                </a:solidFill>
                <a:latin typeface="Arial"/>
                <a:ea typeface="Arial"/>
                <a:cs typeface="Arial"/>
              </a:defRPr>
            </a:lvl4pPr>
            <a:lvl5pPr algn="l">
              <a:defRPr sz="3450" b="1">
                <a:solidFill>
                  <a:srgbClr val="102E4C"/>
                </a:solidFill>
                <a:latin typeface="Arial"/>
                <a:ea typeface="Arial"/>
                <a:cs typeface="Arial"/>
              </a:defRPr>
            </a:lvl5pPr>
            <a:lvl6pPr algn="l">
              <a:defRPr sz="3450" b="1">
                <a:solidFill>
                  <a:srgbClr val="102E4C"/>
                </a:solidFill>
                <a:latin typeface="Arial"/>
                <a:ea typeface="Arial"/>
                <a:cs typeface="Arial"/>
              </a:defRPr>
            </a:lvl6pPr>
            <a:lvl7pPr algn="l">
              <a:defRPr sz="3450" b="1">
                <a:solidFill>
                  <a:srgbClr val="102E4C"/>
                </a:solidFill>
                <a:latin typeface="Arial"/>
                <a:ea typeface="Arial"/>
                <a:cs typeface="Arial"/>
              </a:defRPr>
            </a:lvl7pPr>
            <a:lvl8pPr algn="l">
              <a:defRPr sz="3450" b="1">
                <a:solidFill>
                  <a:srgbClr val="102E4C"/>
                </a:solidFill>
                <a:latin typeface="Arial"/>
                <a:ea typeface="Arial"/>
                <a:cs typeface="Arial"/>
              </a:defRPr>
            </a:lvl8pPr>
            <a:lvl9pPr algn="l">
              <a:defRPr sz="3450" b="1">
                <a:solidFill>
                  <a:srgbClr val="102E4C"/>
                </a:solidFill>
                <a:latin typeface="Arial"/>
                <a:ea typeface="Arial"/>
                <a:cs typeface="Arial"/>
              </a:defRPr>
            </a:lvl9pPr>
          </a:lstStyle>
          <a:p xmlns:a="http://schemas.openxmlformats.org/drawingml/2006/main">
            <a:pPr algn="l">
              <a:defRPr sz="3450" b="1">
                <a:solidFill>
                  <a:srgbClr val="102E4C"/>
                </a:solidFill>
                <a:latin typeface="Arial"/>
                <a:ea typeface="Arial"/>
                <a:cs typeface="Arial"/>
              </a:defRPr>
            </a:pPr>
            <a:r>
              <a:rPr sz="3450" b="1">
                <a:solidFill>
                  <a:srgbClr val="102E4C"/>
                </a:solidFill>
                <a:latin typeface="Arial"/>
                <a:ea typeface="Arial"/>
                <a:cs typeface="Arial"/>
              </a:rPr>
              <a:t>Every role protects the patient</a:t>
            </a:r>
          </a:p>
        </p:txBody>
      </p:sp>
      <p:sp>
        <p:nvSpPr>
          <p:cNvPr id="5" name="">
            <a:extLst xmlns:a="http://schemas.openxmlformats.org/drawingml/2006/main">
              <a:ext uri="{FF2B5EF4-FFF2-40B4-BE49-F238E27FC236}">
                <a16:creationId xmlns:a16="http://schemas.microsoft.com/office/drawing/2014/main" id="{A23089AA-1C17-43C9-A89E-C4CA3CA216D3}"/>
              </a:ext>
            </a:extLst>
          </p:cNvPr>
          <p:cNvSpPr>
            <a:spLocks xmlns:a="http://schemas.openxmlformats.org/drawingml/2006/main" noGrp="1"/>
          </p:cNvSpPr>
          <p:nvPr/>
        </p:nvSpPr>
        <p:spPr>
          <a:xfrm xmlns:a="http://schemas.openxmlformats.org/drawingml/2006/main">
            <a:off x="10810875" y="638175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26 / 26</a:t>
            </a:r>
          </a:p>
        </p:txBody>
      </p:sp>
      <p:sp>
        <p:nvSpPr>
          <p:cNvPr id="6" name="">
            <a:extLst xmlns:a="http://schemas.openxmlformats.org/drawingml/2006/main">
              <a:ext uri="{FF2B5EF4-FFF2-40B4-BE49-F238E27FC236}">
                <a16:creationId xmlns:a16="http://schemas.microsoft.com/office/drawing/2014/main" id="{11B4A47A-BC7F-4FAF-A252-3CB88FC4AACC}"/>
              </a:ext>
            </a:extLst>
          </p:cNvPr>
          <p:cNvSpPr>
            <a:spLocks xmlns:a="http://schemas.openxmlformats.org/drawingml/2006/main" noGrp="1"/>
          </p:cNvSpPr>
          <p:nvPr/>
        </p:nvSpPr>
        <p:spPr>
          <a:xfrm xmlns:a="http://schemas.openxmlformats.org/drawingml/2006/main">
            <a:off x="609600" y="63817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657B8F"/>
                </a:solidFill>
                <a:latin typeface="Arial"/>
                <a:ea typeface="Arial"/>
                <a:cs typeface="Arial"/>
              </a:defRPr>
            </a:defPPr>
            <a:lvl1pPr algn="l">
              <a:defRPr sz="900" b="0">
                <a:solidFill>
                  <a:srgbClr val="657B8F"/>
                </a:solidFill>
                <a:latin typeface="Arial"/>
                <a:ea typeface="Arial"/>
                <a:cs typeface="Arial"/>
              </a:defRPr>
            </a:lvl1pPr>
            <a:lvl2pPr algn="l">
              <a:defRPr sz="900" b="0">
                <a:solidFill>
                  <a:srgbClr val="657B8F"/>
                </a:solidFill>
                <a:latin typeface="Arial"/>
                <a:ea typeface="Arial"/>
                <a:cs typeface="Arial"/>
              </a:defRPr>
            </a:lvl2pPr>
            <a:lvl3pPr algn="l">
              <a:defRPr sz="900" b="0">
                <a:solidFill>
                  <a:srgbClr val="657B8F"/>
                </a:solidFill>
                <a:latin typeface="Arial"/>
                <a:ea typeface="Arial"/>
                <a:cs typeface="Arial"/>
              </a:defRPr>
            </a:lvl3pPr>
            <a:lvl4pPr algn="l">
              <a:defRPr sz="900" b="0">
                <a:solidFill>
                  <a:srgbClr val="657B8F"/>
                </a:solidFill>
                <a:latin typeface="Arial"/>
                <a:ea typeface="Arial"/>
                <a:cs typeface="Arial"/>
              </a:defRPr>
            </a:lvl4pPr>
            <a:lvl5pPr algn="l">
              <a:defRPr sz="900" b="0">
                <a:solidFill>
                  <a:srgbClr val="657B8F"/>
                </a:solidFill>
                <a:latin typeface="Arial"/>
                <a:ea typeface="Arial"/>
                <a:cs typeface="Arial"/>
              </a:defRPr>
            </a:lvl5pPr>
            <a:lvl6pPr algn="l">
              <a:defRPr sz="900" b="0">
                <a:solidFill>
                  <a:srgbClr val="657B8F"/>
                </a:solidFill>
                <a:latin typeface="Arial"/>
                <a:ea typeface="Arial"/>
                <a:cs typeface="Arial"/>
              </a:defRPr>
            </a:lvl6pPr>
            <a:lvl7pPr algn="l">
              <a:defRPr sz="900" b="0">
                <a:solidFill>
                  <a:srgbClr val="657B8F"/>
                </a:solidFill>
                <a:latin typeface="Arial"/>
                <a:ea typeface="Arial"/>
                <a:cs typeface="Arial"/>
              </a:defRPr>
            </a:lvl7pPr>
            <a:lvl8pPr algn="l">
              <a:defRPr sz="900" b="0">
                <a:solidFill>
                  <a:srgbClr val="657B8F"/>
                </a:solidFill>
                <a:latin typeface="Arial"/>
                <a:ea typeface="Arial"/>
                <a:cs typeface="Arial"/>
              </a:defRPr>
            </a:lvl8pPr>
            <a:lvl9pPr algn="l">
              <a:defRPr sz="900" b="0">
                <a:solidFill>
                  <a:srgbClr val="657B8F"/>
                </a:solidFill>
                <a:latin typeface="Arial"/>
                <a:ea typeface="Arial"/>
                <a:cs typeface="Arial"/>
              </a:defRPr>
            </a:lvl9pPr>
          </a:lstStyle>
          <a:p xmlns:a="http://schemas.openxmlformats.org/drawingml/2006/main">
            <a:pPr algn="l">
              <a:defRPr sz="900" b="0">
                <a:solidFill>
                  <a:srgbClr val="657B8F"/>
                </a:solidFill>
                <a:latin typeface="Arial"/>
                <a:ea typeface="Arial"/>
                <a:cs typeface="Arial"/>
              </a:defRPr>
            </a:pPr>
            <a:r>
              <a:rPr sz="900" b="0">
                <a:solidFill>
                  <a:srgbClr val="657B8F"/>
                </a:solidFill>
                <a:latin typeface="Arial"/>
                <a:ea typeface="Arial"/>
                <a:cs typeface="Arial"/>
              </a:rPr>
              <a:t>Product instructions and approved SOPs govern</a:t>
            </a:r>
          </a:p>
        </p:txBody>
      </p:sp>
      <p:sp>
        <p:nvSpPr>
          <p:cNvPr id="7" name="">
            <a:extLst xmlns:a="http://schemas.openxmlformats.org/drawingml/2006/main">
              <a:ext uri="{FF2B5EF4-FFF2-40B4-BE49-F238E27FC236}">
                <a16:creationId xmlns:a16="http://schemas.microsoft.com/office/drawing/2014/main" id="{2195AA2A-2A6E-47EE-A41D-BAD8876D1374}"/>
              </a:ext>
            </a:extLst>
          </p:cNvPr>
          <p:cNvSpPr>
            <a:spLocks xmlns:a="http://schemas.openxmlformats.org/drawingml/2006/main" noGrp="1"/>
          </p:cNvSpPr>
          <p:nvPr/>
        </p:nvSpPr>
        <p:spPr>
          <a:xfrm xmlns:a="http://schemas.openxmlformats.org/drawingml/2006/main">
            <a:off x="609600" y="2714625"/>
            <a:ext cx="5619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4275" b="1">
                <a:solidFill>
                  <a:srgbClr val="1778B7"/>
                </a:solidFill>
                <a:latin typeface="Arial"/>
                <a:ea typeface="Arial"/>
                <a:cs typeface="Arial"/>
              </a:defRPr>
            </a:defPPr>
            <a:lvl1pPr algn="l">
              <a:defRPr sz="4275" b="1">
                <a:solidFill>
                  <a:srgbClr val="1778B7"/>
                </a:solidFill>
                <a:latin typeface="Arial"/>
                <a:ea typeface="Arial"/>
                <a:cs typeface="Arial"/>
              </a:defRPr>
            </a:lvl1pPr>
            <a:lvl2pPr algn="l">
              <a:defRPr sz="4275" b="1">
                <a:solidFill>
                  <a:srgbClr val="1778B7"/>
                </a:solidFill>
                <a:latin typeface="Arial"/>
                <a:ea typeface="Arial"/>
                <a:cs typeface="Arial"/>
              </a:defRPr>
            </a:lvl2pPr>
            <a:lvl3pPr algn="l">
              <a:defRPr sz="4275" b="1">
                <a:solidFill>
                  <a:srgbClr val="1778B7"/>
                </a:solidFill>
                <a:latin typeface="Arial"/>
                <a:ea typeface="Arial"/>
                <a:cs typeface="Arial"/>
              </a:defRPr>
            </a:lvl3pPr>
            <a:lvl4pPr algn="l">
              <a:defRPr sz="4275" b="1">
                <a:solidFill>
                  <a:srgbClr val="1778B7"/>
                </a:solidFill>
                <a:latin typeface="Arial"/>
                <a:ea typeface="Arial"/>
                <a:cs typeface="Arial"/>
              </a:defRPr>
            </a:lvl4pPr>
            <a:lvl5pPr algn="l">
              <a:defRPr sz="4275" b="1">
                <a:solidFill>
                  <a:srgbClr val="1778B7"/>
                </a:solidFill>
                <a:latin typeface="Arial"/>
                <a:ea typeface="Arial"/>
                <a:cs typeface="Arial"/>
              </a:defRPr>
            </a:lvl5pPr>
            <a:lvl6pPr algn="l">
              <a:defRPr sz="4275" b="1">
                <a:solidFill>
                  <a:srgbClr val="1778B7"/>
                </a:solidFill>
                <a:latin typeface="Arial"/>
                <a:ea typeface="Arial"/>
                <a:cs typeface="Arial"/>
              </a:defRPr>
            </a:lvl6pPr>
            <a:lvl7pPr algn="l">
              <a:defRPr sz="4275" b="1">
                <a:solidFill>
                  <a:srgbClr val="1778B7"/>
                </a:solidFill>
                <a:latin typeface="Arial"/>
                <a:ea typeface="Arial"/>
                <a:cs typeface="Arial"/>
              </a:defRPr>
            </a:lvl7pPr>
            <a:lvl8pPr algn="l">
              <a:defRPr sz="4275" b="1">
                <a:solidFill>
                  <a:srgbClr val="1778B7"/>
                </a:solidFill>
                <a:latin typeface="Arial"/>
                <a:ea typeface="Arial"/>
                <a:cs typeface="Arial"/>
              </a:defRPr>
            </a:lvl8pPr>
            <a:lvl9pPr algn="l">
              <a:defRPr sz="4275" b="1">
                <a:solidFill>
                  <a:srgbClr val="1778B7"/>
                </a:solidFill>
                <a:latin typeface="Arial"/>
                <a:ea typeface="Arial"/>
                <a:cs typeface="Arial"/>
              </a:defRPr>
            </a:lvl9pPr>
          </a:lstStyle>
          <a:p xmlns:a="http://schemas.openxmlformats.org/drawingml/2006/main">
            <a:pPr algn="l">
              <a:defRPr sz="4275" b="1">
                <a:solidFill>
                  <a:srgbClr val="1778B7"/>
                </a:solidFill>
                <a:latin typeface="Arial"/>
                <a:ea typeface="Arial"/>
                <a:cs typeface="Arial"/>
              </a:defRPr>
            </a:pPr>
            <a:r>
              <a:rPr sz="4275" b="1">
                <a:solidFill>
                  <a:srgbClr val="1778B7"/>
                </a:solidFill>
                <a:latin typeface="Arial"/>
                <a:ea typeface="Arial"/>
                <a:cs typeface="Arial"/>
              </a:rPr>
              <a:t>Quality at every</a:t>
            </a:r>
          </a:p>
          <a:p xmlns:a="http://schemas.openxmlformats.org/drawingml/2006/main">
            <a:pPr algn="l">
              <a:defRPr sz="4275" b="1">
                <a:solidFill>
                  <a:srgbClr val="1778B7"/>
                </a:solidFill>
                <a:latin typeface="Arial"/>
                <a:ea typeface="Arial"/>
                <a:cs typeface="Arial"/>
              </a:defRPr>
            </a:pPr>
            <a:r>
              <a:rPr sz="4275" b="1">
                <a:solidFill>
                  <a:srgbClr val="1778B7"/>
                </a:solidFill>
                <a:latin typeface="Arial"/>
                <a:ea typeface="Arial"/>
                <a:cs typeface="Arial"/>
              </a:rPr>
              <a:t>handover</a:t>
            </a:r>
          </a:p>
        </p:txBody>
      </p:sp>
      <p:sp>
        <p:nvSpPr>
          <p:cNvPr id="8" name="">
            <a:extLst xmlns:a="http://schemas.openxmlformats.org/drawingml/2006/main">
              <a:ext uri="{FF2B5EF4-FFF2-40B4-BE49-F238E27FC236}">
                <a16:creationId xmlns:a16="http://schemas.microsoft.com/office/drawing/2014/main" id="{4FE5BC65-B7A1-4BAF-9946-6683C90BF7EA}"/>
              </a:ext>
            </a:extLst>
          </p:cNvPr>
          <p:cNvSpPr>
            <a:spLocks xmlns:a="http://schemas.openxmlformats.org/drawingml/2006/main" noGrp="1"/>
          </p:cNvSpPr>
          <p:nvPr/>
        </p:nvSpPr>
        <p:spPr>
          <a:xfrm xmlns:a="http://schemas.openxmlformats.org/drawingml/2006/main">
            <a:off x="7048500" y="26955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Patient safety first</a:t>
            </a:r>
          </a:p>
        </p:txBody>
      </p:sp>
      <p:sp>
        <p:nvSpPr>
          <p:cNvPr id="9" name="">
            <a:extLst xmlns:a="http://schemas.openxmlformats.org/drawingml/2006/main">
              <a:ext uri="{FF2B5EF4-FFF2-40B4-BE49-F238E27FC236}">
                <a16:creationId xmlns:a16="http://schemas.microsoft.com/office/drawing/2014/main" id="{13C841A2-28FD-4B4A-B922-0FDFB80D99C5}"/>
              </a:ext>
            </a:extLst>
          </p:cNvPr>
          <p:cNvSpPr>
            <a:spLocks xmlns:a="http://schemas.openxmlformats.org/drawingml/2006/main" noGrp="1"/>
          </p:cNvSpPr>
          <p:nvPr/>
        </p:nvSpPr>
        <p:spPr>
          <a:xfrm xmlns:a="http://schemas.openxmlformats.org/drawingml/2006/main">
            <a:off x="7048500" y="33432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Controlled conditions and risks</a:t>
            </a:r>
          </a:p>
        </p:txBody>
      </p:sp>
      <p:sp>
        <p:nvSpPr>
          <p:cNvPr id="10" name="">
            <a:extLst xmlns:a="http://schemas.openxmlformats.org/drawingml/2006/main">
              <a:ext uri="{FF2B5EF4-FFF2-40B4-BE49-F238E27FC236}">
                <a16:creationId xmlns:a16="http://schemas.microsoft.com/office/drawing/2014/main" id="{70154002-F09A-47E0-9B63-93008E747F5A}"/>
              </a:ext>
            </a:extLst>
          </p:cNvPr>
          <p:cNvSpPr>
            <a:spLocks xmlns:a="http://schemas.openxmlformats.org/drawingml/2006/main" noGrp="1"/>
          </p:cNvSpPr>
          <p:nvPr/>
        </p:nvSpPr>
        <p:spPr>
          <a:xfrm xmlns:a="http://schemas.openxmlformats.org/drawingml/2006/main">
            <a:off x="7048500" y="39909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Traceability and records</a:t>
            </a:r>
          </a:p>
        </p:txBody>
      </p:sp>
      <p:sp>
        <p:nvSpPr>
          <p:cNvPr id="11" name="">
            <a:extLst xmlns:a="http://schemas.openxmlformats.org/drawingml/2006/main">
              <a:ext uri="{FF2B5EF4-FFF2-40B4-BE49-F238E27FC236}">
                <a16:creationId xmlns:a16="http://schemas.microsoft.com/office/drawing/2014/main" id="{F3816E13-A64B-44C6-B57A-53F68139513C}"/>
              </a:ext>
            </a:extLst>
          </p:cNvPr>
          <p:cNvSpPr>
            <a:spLocks xmlns:a="http://schemas.openxmlformats.org/drawingml/2006/main" noGrp="1"/>
          </p:cNvSpPr>
          <p:nvPr/>
        </p:nvSpPr>
        <p:spPr>
          <a:xfrm xmlns:a="http://schemas.openxmlformats.org/drawingml/2006/main">
            <a:off x="7048500" y="46386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02E4C"/>
                </a:solidFill>
                <a:latin typeface="Arial"/>
                <a:ea typeface="Arial"/>
                <a:cs typeface="Arial"/>
              </a:defRPr>
            </a:defPPr>
            <a:lvl1pPr algn="l">
              <a:defRPr sz="2025" b="1">
                <a:solidFill>
                  <a:srgbClr val="102E4C"/>
                </a:solidFill>
                <a:latin typeface="Arial"/>
                <a:ea typeface="Arial"/>
                <a:cs typeface="Arial"/>
              </a:defRPr>
            </a:lvl1pPr>
            <a:lvl2pPr algn="l">
              <a:defRPr sz="2025" b="1">
                <a:solidFill>
                  <a:srgbClr val="102E4C"/>
                </a:solidFill>
                <a:latin typeface="Arial"/>
                <a:ea typeface="Arial"/>
                <a:cs typeface="Arial"/>
              </a:defRPr>
            </a:lvl2pPr>
            <a:lvl3pPr algn="l">
              <a:defRPr sz="2025" b="1">
                <a:solidFill>
                  <a:srgbClr val="102E4C"/>
                </a:solidFill>
                <a:latin typeface="Arial"/>
                <a:ea typeface="Arial"/>
                <a:cs typeface="Arial"/>
              </a:defRPr>
            </a:lvl3pPr>
            <a:lvl4pPr algn="l">
              <a:defRPr sz="2025" b="1">
                <a:solidFill>
                  <a:srgbClr val="102E4C"/>
                </a:solidFill>
                <a:latin typeface="Arial"/>
                <a:ea typeface="Arial"/>
                <a:cs typeface="Arial"/>
              </a:defRPr>
            </a:lvl4pPr>
            <a:lvl5pPr algn="l">
              <a:defRPr sz="2025" b="1">
                <a:solidFill>
                  <a:srgbClr val="102E4C"/>
                </a:solidFill>
                <a:latin typeface="Arial"/>
                <a:ea typeface="Arial"/>
                <a:cs typeface="Arial"/>
              </a:defRPr>
            </a:lvl5pPr>
            <a:lvl6pPr algn="l">
              <a:defRPr sz="2025" b="1">
                <a:solidFill>
                  <a:srgbClr val="102E4C"/>
                </a:solidFill>
                <a:latin typeface="Arial"/>
                <a:ea typeface="Arial"/>
                <a:cs typeface="Arial"/>
              </a:defRPr>
            </a:lvl6pPr>
            <a:lvl7pPr algn="l">
              <a:defRPr sz="2025" b="1">
                <a:solidFill>
                  <a:srgbClr val="102E4C"/>
                </a:solidFill>
                <a:latin typeface="Arial"/>
                <a:ea typeface="Arial"/>
                <a:cs typeface="Arial"/>
              </a:defRPr>
            </a:lvl7pPr>
            <a:lvl8pPr algn="l">
              <a:defRPr sz="2025" b="1">
                <a:solidFill>
                  <a:srgbClr val="102E4C"/>
                </a:solidFill>
                <a:latin typeface="Arial"/>
                <a:ea typeface="Arial"/>
                <a:cs typeface="Arial"/>
              </a:defRPr>
            </a:lvl8pPr>
            <a:lvl9pPr algn="l">
              <a:defRPr sz="2025" b="1">
                <a:solidFill>
                  <a:srgbClr val="102E4C"/>
                </a:solidFill>
                <a:latin typeface="Arial"/>
                <a:ea typeface="Arial"/>
                <a:cs typeface="Arial"/>
              </a:defRPr>
            </a:lvl9pPr>
          </a:lstStyle>
          <a:p xmlns:a="http://schemas.openxmlformats.org/drawingml/2006/main">
            <a:pPr algn="l">
              <a:defRPr sz="2025" b="1">
                <a:solidFill>
                  <a:srgbClr val="102E4C"/>
                </a:solidFill>
                <a:latin typeface="Arial"/>
                <a:ea typeface="Arial"/>
                <a:cs typeface="Arial"/>
              </a:defRPr>
            </a:pPr>
            <a:r>
              <a:rPr sz="2025" b="1">
                <a:solidFill>
                  <a:srgbClr val="102E4C"/>
                </a:solidFill>
                <a:latin typeface="Arial"/>
                <a:ea typeface="Arial"/>
                <a:cs typeface="Arial"/>
              </a:rPr>
              <a:t>Responsibility and escalation</a:t>
            </a:r>
          </a:p>
        </p:txBody>
      </p:sp>
      <p:sp>
        <p:nvSpPr>
          <p:cNvPr id="12" name="">
            <a:extLst xmlns:a="http://schemas.openxmlformats.org/drawingml/2006/main">
              <a:ext uri="{FF2B5EF4-FFF2-40B4-BE49-F238E27FC236}">
                <a16:creationId xmlns:a16="http://schemas.microsoft.com/office/drawing/2014/main" id="{370B5E74-C4EC-4AA8-8C76-57413573B724}"/>
              </a:ext>
            </a:extLst>
          </p:cNvPr>
          <p:cNvSpPr>
            <a:spLocks xmlns:a="http://schemas.openxmlformats.org/drawingml/2006/main" noGrp="1"/>
          </p:cNvSpPr>
          <p:nvPr/>
        </p:nvSpPr>
        <p:spPr>
          <a:xfrm xmlns:a="http://schemas.openxmlformats.org/drawingml/2006/main">
            <a:off x="609600" y="5257800"/>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0">
                <a:solidFill>
                  <a:srgbClr val="657B8F"/>
                </a:solidFill>
                <a:latin typeface="Arial"/>
                <a:ea typeface="Arial"/>
                <a:cs typeface="Arial"/>
              </a:defRPr>
            </a:defPPr>
            <a:lvl1pPr algn="l">
              <a:defRPr sz="2025" b="0">
                <a:solidFill>
                  <a:srgbClr val="657B8F"/>
                </a:solidFill>
                <a:latin typeface="Arial"/>
                <a:ea typeface="Arial"/>
                <a:cs typeface="Arial"/>
              </a:defRPr>
            </a:lvl1pPr>
            <a:lvl2pPr algn="l">
              <a:defRPr sz="2025" b="0">
                <a:solidFill>
                  <a:srgbClr val="657B8F"/>
                </a:solidFill>
                <a:latin typeface="Arial"/>
                <a:ea typeface="Arial"/>
                <a:cs typeface="Arial"/>
              </a:defRPr>
            </a:lvl2pPr>
            <a:lvl3pPr algn="l">
              <a:defRPr sz="2025" b="0">
                <a:solidFill>
                  <a:srgbClr val="657B8F"/>
                </a:solidFill>
                <a:latin typeface="Arial"/>
                <a:ea typeface="Arial"/>
                <a:cs typeface="Arial"/>
              </a:defRPr>
            </a:lvl3pPr>
            <a:lvl4pPr algn="l">
              <a:defRPr sz="2025" b="0">
                <a:solidFill>
                  <a:srgbClr val="657B8F"/>
                </a:solidFill>
                <a:latin typeface="Arial"/>
                <a:ea typeface="Arial"/>
                <a:cs typeface="Arial"/>
              </a:defRPr>
            </a:lvl4pPr>
            <a:lvl5pPr algn="l">
              <a:defRPr sz="2025" b="0">
                <a:solidFill>
                  <a:srgbClr val="657B8F"/>
                </a:solidFill>
                <a:latin typeface="Arial"/>
                <a:ea typeface="Arial"/>
                <a:cs typeface="Arial"/>
              </a:defRPr>
            </a:lvl5pPr>
            <a:lvl6pPr algn="l">
              <a:defRPr sz="2025" b="0">
                <a:solidFill>
                  <a:srgbClr val="657B8F"/>
                </a:solidFill>
                <a:latin typeface="Arial"/>
                <a:ea typeface="Arial"/>
                <a:cs typeface="Arial"/>
              </a:defRPr>
            </a:lvl6pPr>
            <a:lvl7pPr algn="l">
              <a:defRPr sz="2025" b="0">
                <a:solidFill>
                  <a:srgbClr val="657B8F"/>
                </a:solidFill>
                <a:latin typeface="Arial"/>
                <a:ea typeface="Arial"/>
                <a:cs typeface="Arial"/>
              </a:defRPr>
            </a:lvl7pPr>
            <a:lvl8pPr algn="l">
              <a:defRPr sz="2025" b="0">
                <a:solidFill>
                  <a:srgbClr val="657B8F"/>
                </a:solidFill>
                <a:latin typeface="Arial"/>
                <a:ea typeface="Arial"/>
                <a:cs typeface="Arial"/>
              </a:defRPr>
            </a:lvl8pPr>
            <a:lvl9pPr algn="l">
              <a:defRPr sz="2025" b="0">
                <a:solidFill>
                  <a:srgbClr val="657B8F"/>
                </a:solidFill>
                <a:latin typeface="Arial"/>
                <a:ea typeface="Arial"/>
                <a:cs typeface="Arial"/>
              </a:defRPr>
            </a:lvl9pPr>
          </a:lstStyle>
          <a:p xmlns:a="http://schemas.openxmlformats.org/drawingml/2006/main">
            <a:pPr algn="l">
              <a:defRPr sz="2025" b="0">
                <a:solidFill>
                  <a:srgbClr val="657B8F"/>
                </a:solidFill>
                <a:latin typeface="Arial"/>
                <a:ea typeface="Arial"/>
                <a:cs typeface="Arial"/>
              </a:defRPr>
            </a:pPr>
            <a:r>
              <a:rPr sz="2025" b="0">
                <a:solidFill>
                  <a:srgbClr val="657B8F"/>
                </a:solidFill>
                <a:latin typeface="Arial"/>
                <a:ea typeface="Arial"/>
                <a:cs typeface="Arial"/>
              </a:rPr>
              <a:t>“The product received by the physician should retain the quality it had when it left the manufacturer.”</a:t>
            </a:r>
          </a:p>
        </p:txBody>
      </p:sp>
    </p:spTree>
    <p:extLst>
      <p:ext uri="{BB962C8B-B14F-4D97-AF65-F5344CB8AC3E}">
        <p14:creationId xmlns:p14="http://schemas.microsoft.com/office/powerpoint/2010/main" val="52580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2026-10-18T20:41:02.2560000Z</dcterms:created>
  <dcterms:modified xsi:type="dcterms:W3CDTF">2026-10-18T20:41:02.2560000Z</dcterms:modified>
</coreProperties>
</file>